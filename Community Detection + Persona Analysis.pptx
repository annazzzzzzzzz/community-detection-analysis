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5"/>
  </p:notesMasterIdLst>
  <p:sldIdLst>
    <p:sldId id="285" r:id="rId2"/>
    <p:sldId id="267" r:id="rId3"/>
    <p:sldId id="274" r:id="rId4"/>
    <p:sldId id="259" r:id="rId5"/>
    <p:sldId id="275" r:id="rId6"/>
    <p:sldId id="278" r:id="rId7"/>
    <p:sldId id="276" r:id="rId8"/>
    <p:sldId id="277" r:id="rId9"/>
    <p:sldId id="279" r:id="rId10"/>
    <p:sldId id="280" r:id="rId11"/>
    <p:sldId id="281" r:id="rId12"/>
    <p:sldId id="282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6455E4-7B24-A2B8-D81A-3D7AD2DE1B30}" name="#HO JIA XUAN VALERIE#" initials="#JXV" userId="S::S250053@e.ntu.edu.sg::b1fc29a4-6e29-4132-bd56-5dc7305f109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1CE92-E557-FD45-BCD5-7F7ACFDFA65B}" v="709" dt="2025-11-23T16:59:04.426"/>
    <p1510:client id="{5FA68396-9059-40D1-8D0D-BA25FD46E67B}" v="36" dt="2025-11-24T06:39:31.142"/>
    <p1510:client id="{93E3DB3A-EC52-0F81-B71E-85C2DD1A0AC8}" v="552" dt="2025-11-24T04:50:20.524"/>
    <p1510:client id="{C1ECFA27-92A8-38CC-E61D-8275D426033A}" v="75" dt="2025-11-23T09:33:01.096"/>
    <p1510:client id="{FE431B67-29A9-879A-1AA0-41926F2787B0}" v="1" dt="2025-11-24T14:17:41.4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82482"/>
  </p:normalViewPr>
  <p:slideViewPr>
    <p:cSldViewPr>
      <p:cViewPr varScale="1">
        <p:scale>
          <a:sx n="95" d="100"/>
          <a:sy n="95" d="100"/>
        </p:scale>
        <p:origin x="784" y="184"/>
      </p:cViewPr>
      <p:guideLst>
        <p:guide orient="horz" pos="139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XIN WANXUAN#" userId="S::wanxuan001@e.ntu.edu.sg::c9d5cf31-cfab-4de2-82eb-c5c8e7475371" providerId="AD" clId="Web-{FE431B67-29A9-879A-1AA0-41926F2787B0}"/>
    <pc:docChg chg="sldOrd">
      <pc:chgData name="#XIN WANXUAN#" userId="S::wanxuan001@e.ntu.edu.sg::c9d5cf31-cfab-4de2-82eb-c5c8e7475371" providerId="AD" clId="Web-{FE431B67-29A9-879A-1AA0-41926F2787B0}" dt="2025-11-24T14:17:41.423" v="0"/>
      <pc:docMkLst>
        <pc:docMk/>
      </pc:docMkLst>
      <pc:sldChg chg="ord">
        <pc:chgData name="#XIN WANXUAN#" userId="S::wanxuan001@e.ntu.edu.sg::c9d5cf31-cfab-4de2-82eb-c5c8e7475371" providerId="AD" clId="Web-{FE431B67-29A9-879A-1AA0-41926F2787B0}" dt="2025-11-24T14:17:41.423" v="0"/>
        <pc:sldMkLst>
          <pc:docMk/>
          <pc:sldMk cId="4204827055" sldId="257"/>
        </pc:sldMkLst>
      </pc:sldChg>
    </pc:docChg>
  </pc:docChgLst>
  <pc:docChgLst>
    <pc:chgData name="#TEO MIAO XUAN#" userId="S::teom0030@e.ntu.edu.sg::111f0858-a2ae-4444-b9d6-994cf53a268d" providerId="AD" clId="Web-{C1ECFA27-92A8-38CC-E61D-8275D426033A}"/>
    <pc:docChg chg="addSld modSld">
      <pc:chgData name="#TEO MIAO XUAN#" userId="S::teom0030@e.ntu.edu.sg::111f0858-a2ae-4444-b9d6-994cf53a268d" providerId="AD" clId="Web-{C1ECFA27-92A8-38CC-E61D-8275D426033A}" dt="2025-11-23T09:33:01.096" v="75" actId="20577"/>
      <pc:docMkLst>
        <pc:docMk/>
      </pc:docMkLst>
      <pc:sldChg chg="modSp">
        <pc:chgData name="#TEO MIAO XUAN#" userId="S::teom0030@e.ntu.edu.sg::111f0858-a2ae-4444-b9d6-994cf53a268d" providerId="AD" clId="Web-{C1ECFA27-92A8-38CC-E61D-8275D426033A}" dt="2025-11-23T09:31:16.203" v="45" actId="1076"/>
        <pc:sldMkLst>
          <pc:docMk/>
          <pc:sldMk cId="1476282730" sldId="258"/>
        </pc:sldMkLst>
        <pc:spChg chg="mod">
          <ac:chgData name="#TEO MIAO XUAN#" userId="S::teom0030@e.ntu.edu.sg::111f0858-a2ae-4444-b9d6-994cf53a268d" providerId="AD" clId="Web-{C1ECFA27-92A8-38CC-E61D-8275D426033A}" dt="2025-11-23T09:31:16.203" v="45" actId="1076"/>
          <ac:spMkLst>
            <pc:docMk/>
            <pc:sldMk cId="1476282730" sldId="258"/>
            <ac:spMk id="3" creationId="{D5B714BC-7721-533D-23F6-CF45B88689A2}"/>
          </ac:spMkLst>
        </pc:spChg>
      </pc:sldChg>
      <pc:sldChg chg="modSp new">
        <pc:chgData name="#TEO MIAO XUAN#" userId="S::teom0030@e.ntu.edu.sg::111f0858-a2ae-4444-b9d6-994cf53a268d" providerId="AD" clId="Web-{C1ECFA27-92A8-38CC-E61D-8275D426033A}" dt="2025-11-23T09:33:01.096" v="75" actId="20577"/>
        <pc:sldMkLst>
          <pc:docMk/>
          <pc:sldMk cId="1399583871" sldId="265"/>
        </pc:sldMkLst>
        <pc:spChg chg="mod">
          <ac:chgData name="#TEO MIAO XUAN#" userId="S::teom0030@e.ntu.edu.sg::111f0858-a2ae-4444-b9d6-994cf53a268d" providerId="AD" clId="Web-{C1ECFA27-92A8-38CC-E61D-8275D426033A}" dt="2025-11-23T09:31:52.797" v="49" actId="20577"/>
          <ac:spMkLst>
            <pc:docMk/>
            <pc:sldMk cId="1399583871" sldId="265"/>
            <ac:spMk id="2" creationId="{E10E4C16-38F7-AC34-0457-9FAF2C5DE010}"/>
          </ac:spMkLst>
        </pc:spChg>
        <pc:spChg chg="mod">
          <ac:chgData name="#TEO MIAO XUAN#" userId="S::teom0030@e.ntu.edu.sg::111f0858-a2ae-4444-b9d6-994cf53a268d" providerId="AD" clId="Web-{C1ECFA27-92A8-38CC-E61D-8275D426033A}" dt="2025-11-23T09:33:01.096" v="75" actId="20577"/>
          <ac:spMkLst>
            <pc:docMk/>
            <pc:sldMk cId="1399583871" sldId="265"/>
            <ac:spMk id="3" creationId="{500871A8-E971-056A-5A7A-C404E031ED30}"/>
          </ac:spMkLst>
        </pc:spChg>
      </pc:sldChg>
    </pc:docChg>
  </pc:docChgLst>
  <pc:docChgLst>
    <pc:chgData name="#HO JIA XUAN VALERIE#" userId="S::s250053@e.ntu.edu.sg::b1fc29a4-6e29-4132-bd56-5dc7305f109a" providerId="AD" clId="Web-{0E71CE92-E557-FD45-BCD5-7F7ACFDFA65B}"/>
    <pc:docChg chg="addSld modSld">
      <pc:chgData name="#HO JIA XUAN VALERIE#" userId="S::s250053@e.ntu.edu.sg::b1fc29a4-6e29-4132-bd56-5dc7305f109a" providerId="AD" clId="Web-{0E71CE92-E557-FD45-BCD5-7F7ACFDFA65B}" dt="2025-11-23T16:59:04.426" v="694"/>
      <pc:docMkLst>
        <pc:docMk/>
      </pc:docMkLst>
      <pc:sldChg chg="addSp delSp modSp">
        <pc:chgData name="#HO JIA XUAN VALERIE#" userId="S::s250053@e.ntu.edu.sg::b1fc29a4-6e29-4132-bd56-5dc7305f109a" providerId="AD" clId="Web-{0E71CE92-E557-FD45-BCD5-7F7ACFDFA65B}" dt="2025-11-23T16:12:36.619" v="232" actId="1076"/>
        <pc:sldMkLst>
          <pc:docMk/>
          <pc:sldMk cId="786883743" sldId="261"/>
        </pc:sldMkLst>
        <pc:spChg chg="mod">
          <ac:chgData name="#HO JIA XUAN VALERIE#" userId="S::s250053@e.ntu.edu.sg::b1fc29a4-6e29-4132-bd56-5dc7305f109a" providerId="AD" clId="Web-{0E71CE92-E557-FD45-BCD5-7F7ACFDFA65B}" dt="2025-11-23T16:12:36.619" v="232" actId="1076"/>
          <ac:spMkLst>
            <pc:docMk/>
            <pc:sldMk cId="786883743" sldId="261"/>
            <ac:spMk id="3" creationId="{6A15FE94-AE69-302E-D2E4-1B608FC48DCA}"/>
          </ac:spMkLst>
        </pc:spChg>
        <pc:picChg chg="add mod">
          <ac:chgData name="#HO JIA XUAN VALERIE#" userId="S::s250053@e.ntu.edu.sg::b1fc29a4-6e29-4132-bd56-5dc7305f109a" providerId="AD" clId="Web-{0E71CE92-E557-FD45-BCD5-7F7ACFDFA65B}" dt="2025-11-23T16:12:29.557" v="230" actId="1076"/>
          <ac:picMkLst>
            <pc:docMk/>
            <pc:sldMk cId="786883743" sldId="261"/>
            <ac:picMk id="6" creationId="{85E0D3FB-2021-4A64-4E60-0837AD2D6151}"/>
          </ac:picMkLst>
        </pc:picChg>
        <pc:picChg chg="add mod">
          <ac:chgData name="#HO JIA XUAN VALERIE#" userId="S::s250053@e.ntu.edu.sg::b1fc29a4-6e29-4132-bd56-5dc7305f109a" providerId="AD" clId="Web-{0E71CE92-E557-FD45-BCD5-7F7ACFDFA65B}" dt="2025-11-23T16:12:25.338" v="229" actId="1076"/>
          <ac:picMkLst>
            <pc:docMk/>
            <pc:sldMk cId="786883743" sldId="261"/>
            <ac:picMk id="7" creationId="{FE685287-643B-72C9-D655-5DE5BD20354C}"/>
          </ac:picMkLst>
        </pc:picChg>
      </pc:sldChg>
      <pc:sldChg chg="addSp delSp modSp add replId">
        <pc:chgData name="#HO JIA XUAN VALERIE#" userId="S::s250053@e.ntu.edu.sg::b1fc29a4-6e29-4132-bd56-5dc7305f109a" providerId="AD" clId="Web-{0E71CE92-E557-FD45-BCD5-7F7ACFDFA65B}" dt="2025-11-23T16:12:45.244" v="235" actId="14100"/>
        <pc:sldMkLst>
          <pc:docMk/>
          <pc:sldMk cId="3966905524" sldId="266"/>
        </pc:sldMkLst>
        <pc:spChg chg="mod">
          <ac:chgData name="#HO JIA XUAN VALERIE#" userId="S::s250053@e.ntu.edu.sg::b1fc29a4-6e29-4132-bd56-5dc7305f109a" providerId="AD" clId="Web-{0E71CE92-E557-FD45-BCD5-7F7ACFDFA65B}" dt="2025-11-23T16:12:18.619" v="228" actId="14100"/>
          <ac:spMkLst>
            <pc:docMk/>
            <pc:sldMk cId="3966905524" sldId="266"/>
            <ac:spMk id="3" creationId="{43CD0632-1021-0DC8-E96B-5BDD8C013D26}"/>
          </ac:spMkLst>
        </pc:spChg>
        <pc:picChg chg="add mod">
          <ac:chgData name="#HO JIA XUAN VALERIE#" userId="S::s250053@e.ntu.edu.sg::b1fc29a4-6e29-4132-bd56-5dc7305f109a" providerId="AD" clId="Web-{0E71CE92-E557-FD45-BCD5-7F7ACFDFA65B}" dt="2025-11-23T16:12:45.244" v="235" actId="14100"/>
          <ac:picMkLst>
            <pc:docMk/>
            <pc:sldMk cId="3966905524" sldId="266"/>
            <ac:picMk id="8" creationId="{151D5278-8B0F-9CA9-AE39-0371FAF88E6F}"/>
          </ac:picMkLst>
        </pc:picChg>
        <pc:picChg chg="add mod">
          <ac:chgData name="#HO JIA XUAN VALERIE#" userId="S::s250053@e.ntu.edu.sg::b1fc29a4-6e29-4132-bd56-5dc7305f109a" providerId="AD" clId="Web-{0E71CE92-E557-FD45-BCD5-7F7ACFDFA65B}" dt="2025-11-23T16:12:41.119" v="233" actId="1076"/>
          <ac:picMkLst>
            <pc:docMk/>
            <pc:sldMk cId="3966905524" sldId="266"/>
            <ac:picMk id="9" creationId="{354CF518-4DD9-7C81-404E-870A985D731E}"/>
          </ac:picMkLst>
        </pc:picChg>
      </pc:sldChg>
      <pc:sldChg chg="addSp delSp modSp add replId">
        <pc:chgData name="#HO JIA XUAN VALERIE#" userId="S::s250053@e.ntu.edu.sg::b1fc29a4-6e29-4132-bd56-5dc7305f109a" providerId="AD" clId="Web-{0E71CE92-E557-FD45-BCD5-7F7ACFDFA65B}" dt="2025-11-23T16:37:52.509" v="245"/>
        <pc:sldMkLst>
          <pc:docMk/>
          <pc:sldMk cId="3331703081" sldId="267"/>
        </pc:sldMkLst>
        <pc:spChg chg="add mod">
          <ac:chgData name="#HO JIA XUAN VALERIE#" userId="S::s250053@e.ntu.edu.sg::b1fc29a4-6e29-4132-bd56-5dc7305f109a" providerId="AD" clId="Web-{0E71CE92-E557-FD45-BCD5-7F7ACFDFA65B}" dt="2025-11-23T16:37:52.509" v="245"/>
          <ac:spMkLst>
            <pc:docMk/>
            <pc:sldMk cId="3331703081" sldId="267"/>
            <ac:spMk id="5" creationId="{45008EAD-05C8-6266-5436-2393E9BA7329}"/>
          </ac:spMkLst>
        </pc:spChg>
      </pc:sldChg>
      <pc:sldChg chg="addSp delSp modSp add replId addAnim modAnim">
        <pc:chgData name="#HO JIA XUAN VALERIE#" userId="S::s250053@e.ntu.edu.sg::b1fc29a4-6e29-4132-bd56-5dc7305f109a" providerId="AD" clId="Web-{0E71CE92-E557-FD45-BCD5-7F7ACFDFA65B}" dt="2025-11-23T16:54:16.683" v="545" actId="14100"/>
        <pc:sldMkLst>
          <pc:docMk/>
          <pc:sldMk cId="3850410874" sldId="268"/>
        </pc:sldMkLst>
        <pc:spChg chg="mod">
          <ac:chgData name="#HO JIA XUAN VALERIE#" userId="S::s250053@e.ntu.edu.sg::b1fc29a4-6e29-4132-bd56-5dc7305f109a" providerId="AD" clId="Web-{0E71CE92-E557-FD45-BCD5-7F7ACFDFA65B}" dt="2025-11-23T16:54:16.683" v="545" actId="14100"/>
          <ac:spMkLst>
            <pc:docMk/>
            <pc:sldMk cId="3850410874" sldId="268"/>
            <ac:spMk id="3" creationId="{0A99B0E7-7618-6641-2B77-42359AE30E06}"/>
          </ac:spMkLst>
        </pc:spChg>
        <pc:picChg chg="add mod">
          <ac:chgData name="#HO JIA XUAN VALERIE#" userId="S::s250053@e.ntu.edu.sg::b1fc29a4-6e29-4132-bd56-5dc7305f109a" providerId="AD" clId="Web-{0E71CE92-E557-FD45-BCD5-7F7ACFDFA65B}" dt="2025-11-23T16:49:03.070" v="464" actId="1076"/>
          <ac:picMkLst>
            <pc:docMk/>
            <pc:sldMk cId="3850410874" sldId="268"/>
            <ac:picMk id="5" creationId="{A5C76195-16B1-80E0-D865-67CF4DFDA1AF}"/>
          </ac:picMkLst>
        </pc:picChg>
        <pc:picChg chg="add mod">
          <ac:chgData name="#HO JIA XUAN VALERIE#" userId="S::s250053@e.ntu.edu.sg::b1fc29a4-6e29-4132-bd56-5dc7305f109a" providerId="AD" clId="Web-{0E71CE92-E557-FD45-BCD5-7F7ACFDFA65B}" dt="2025-11-23T16:49:05.273" v="465" actId="1076"/>
          <ac:picMkLst>
            <pc:docMk/>
            <pc:sldMk cId="3850410874" sldId="268"/>
            <ac:picMk id="6" creationId="{7F2E4DEC-3794-005D-9E9B-C253ED612393}"/>
          </ac:picMkLst>
        </pc:picChg>
      </pc:sldChg>
      <pc:sldChg chg="addSp delSp modSp add replId delAnim">
        <pc:chgData name="#HO JIA XUAN VALERIE#" userId="S::s250053@e.ntu.edu.sg::b1fc29a4-6e29-4132-bd56-5dc7305f109a" providerId="AD" clId="Web-{0E71CE92-E557-FD45-BCD5-7F7ACFDFA65B}" dt="2025-11-23T16:58:27.675" v="674" actId="20577"/>
        <pc:sldMkLst>
          <pc:docMk/>
          <pc:sldMk cId="421493191" sldId="269"/>
        </pc:sldMkLst>
        <pc:spChg chg="mod">
          <ac:chgData name="#HO JIA XUAN VALERIE#" userId="S::s250053@e.ntu.edu.sg::b1fc29a4-6e29-4132-bd56-5dc7305f109a" providerId="AD" clId="Web-{0E71CE92-E557-FD45-BCD5-7F7ACFDFA65B}" dt="2025-11-23T16:58:27.675" v="674" actId="20577"/>
          <ac:spMkLst>
            <pc:docMk/>
            <pc:sldMk cId="421493191" sldId="269"/>
            <ac:spMk id="3" creationId="{5F7C1CA8-AE8F-A59A-77EA-488627ADB7CC}"/>
          </ac:spMkLst>
        </pc:spChg>
        <pc:picChg chg="add mod">
          <ac:chgData name="#HO JIA XUAN VALERIE#" userId="S::s250053@e.ntu.edu.sg::b1fc29a4-6e29-4132-bd56-5dc7305f109a" providerId="AD" clId="Web-{0E71CE92-E557-FD45-BCD5-7F7ACFDFA65B}" dt="2025-11-23T16:57:41.409" v="648" actId="1076"/>
          <ac:picMkLst>
            <pc:docMk/>
            <pc:sldMk cId="421493191" sldId="269"/>
            <ac:picMk id="7" creationId="{8F556ADC-1E59-39B6-C01B-4C7254A478C6}"/>
          </ac:picMkLst>
        </pc:picChg>
        <pc:picChg chg="add mod">
          <ac:chgData name="#HO JIA XUAN VALERIE#" userId="S::s250053@e.ntu.edu.sg::b1fc29a4-6e29-4132-bd56-5dc7305f109a" providerId="AD" clId="Web-{0E71CE92-E557-FD45-BCD5-7F7ACFDFA65B}" dt="2025-11-23T16:57:39.924" v="647" actId="1076"/>
          <ac:picMkLst>
            <pc:docMk/>
            <pc:sldMk cId="421493191" sldId="269"/>
            <ac:picMk id="8" creationId="{AD0554A7-FD44-7BEB-7572-CAAF2169A02B}"/>
          </ac:picMkLst>
        </pc:picChg>
      </pc:sldChg>
      <pc:sldChg chg="delSp modSp add replId">
        <pc:chgData name="#HO JIA XUAN VALERIE#" userId="S::s250053@e.ntu.edu.sg::b1fc29a4-6e29-4132-bd56-5dc7305f109a" providerId="AD" clId="Web-{0E71CE92-E557-FD45-BCD5-7F7ACFDFA65B}" dt="2025-11-23T16:59:04.426" v="694"/>
        <pc:sldMkLst>
          <pc:docMk/>
          <pc:sldMk cId="1228371571" sldId="270"/>
        </pc:sldMkLst>
        <pc:spChg chg="mod">
          <ac:chgData name="#HO JIA XUAN VALERIE#" userId="S::s250053@e.ntu.edu.sg::b1fc29a4-6e29-4132-bd56-5dc7305f109a" providerId="AD" clId="Web-{0E71CE92-E557-FD45-BCD5-7F7ACFDFA65B}" dt="2025-11-23T16:59:03.145" v="692" actId="20577"/>
          <ac:spMkLst>
            <pc:docMk/>
            <pc:sldMk cId="1228371571" sldId="270"/>
            <ac:spMk id="3" creationId="{8E84080B-6A03-8435-19DE-7EA99231B6A7}"/>
          </ac:spMkLst>
        </pc:spChg>
      </pc:sldChg>
    </pc:docChg>
  </pc:docChgLst>
  <pc:docChgLst>
    <pc:chgData name="#TEO MIAO XUAN#" userId="S::teom0030@e.ntu.edu.sg::111f0858-a2ae-4444-b9d6-994cf53a268d" providerId="AD" clId="Web-{BF74866C-0AFA-F991-38FB-221374DB3F53}"/>
    <pc:docChg chg="addSld modSld sldOrd addMainMaster delMainMaster">
      <pc:chgData name="#TEO MIAO XUAN#" userId="S::teom0030@e.ntu.edu.sg::111f0858-a2ae-4444-b9d6-994cf53a268d" providerId="AD" clId="Web-{BF74866C-0AFA-F991-38FB-221374DB3F53}" dt="2025-11-23T03:28:08.127" v="798" actId="20577"/>
      <pc:docMkLst>
        <pc:docMk/>
      </pc:docMkLst>
      <pc:sldChg chg="addSp delSp modSp mod setBg modClrScheme setClrOvrMap chgLayout">
        <pc:chgData name="#TEO MIAO XUAN#" userId="S::teom0030@e.ntu.edu.sg::111f0858-a2ae-4444-b9d6-994cf53a268d" providerId="AD" clId="Web-{BF74866C-0AFA-F991-38FB-221374DB3F53}" dt="2025-11-23T02:38:45.892" v="24" actId="20577"/>
        <pc:sldMkLst>
          <pc:docMk/>
          <pc:sldMk cId="109857222" sldId="256"/>
        </pc:sldMkLst>
        <pc:spChg chg="mod">
          <ac:chgData name="#TEO MIAO XUAN#" userId="S::teom0030@e.ntu.edu.sg::111f0858-a2ae-4444-b9d6-994cf53a268d" providerId="AD" clId="Web-{BF74866C-0AFA-F991-38FB-221374DB3F53}" dt="2025-11-23T02:38:45.892" v="24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#TEO MIAO XUAN#" userId="S::teom0030@e.ntu.edu.sg::111f0858-a2ae-4444-b9d6-994cf53a268d" providerId="AD" clId="Web-{BF74866C-0AFA-F991-38FB-221374DB3F53}" dt="2025-11-23T02:37:37.622" v="8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#TEO MIAO XUAN#" userId="S::teom0030@e.ntu.edu.sg::111f0858-a2ae-4444-b9d6-994cf53a268d" providerId="AD" clId="Web-{BF74866C-0AFA-F991-38FB-221374DB3F53}" dt="2025-11-23T02:36:55.397" v="2"/>
          <ac:spMkLst>
            <pc:docMk/>
            <pc:sldMk cId="109857222" sldId="256"/>
            <ac:spMk id="14" creationId="{E73AF435-44C8-C44B-9352-ACFA393E2F29}"/>
          </ac:spMkLst>
        </pc:spChg>
        <pc:spChg chg="add">
          <ac:chgData name="#TEO MIAO XUAN#" userId="S::teom0030@e.ntu.edu.sg::111f0858-a2ae-4444-b9d6-994cf53a268d" providerId="AD" clId="Web-{BF74866C-0AFA-F991-38FB-221374DB3F53}" dt="2025-11-23T02:36:55.397" v="2"/>
          <ac:spMkLst>
            <pc:docMk/>
            <pc:sldMk cId="109857222" sldId="256"/>
            <ac:spMk id="15" creationId="{9AD8A78E-AAB6-C125-6A57-5B031A873ED6}"/>
          </ac:spMkLst>
        </pc:spChg>
        <pc:spChg chg="add">
          <ac:chgData name="#TEO MIAO XUAN#" userId="S::teom0030@e.ntu.edu.sg::111f0858-a2ae-4444-b9d6-994cf53a268d" providerId="AD" clId="Web-{BF74866C-0AFA-F991-38FB-221374DB3F53}" dt="2025-11-23T02:36:55.397" v="2"/>
          <ac:spMkLst>
            <pc:docMk/>
            <pc:sldMk cId="109857222" sldId="256"/>
            <ac:spMk id="16" creationId="{BBFC5193-1606-67C6-6571-CC04CF23435D}"/>
          </ac:spMkLst>
        </pc:spChg>
      </pc:sldChg>
      <pc:sldChg chg="addSp delSp modSp new mod setBg">
        <pc:chgData name="#TEO MIAO XUAN#" userId="S::teom0030@e.ntu.edu.sg::111f0858-a2ae-4444-b9d6-994cf53a268d" providerId="AD" clId="Web-{BF74866C-0AFA-F991-38FB-221374DB3F53}" dt="2025-11-23T03:10:06.209" v="511" actId="1076"/>
        <pc:sldMkLst>
          <pc:docMk/>
          <pc:sldMk cId="4204827055" sldId="257"/>
        </pc:sldMkLst>
        <pc:spChg chg="mod">
          <ac:chgData name="#TEO MIAO XUAN#" userId="S::teom0030@e.ntu.edu.sg::111f0858-a2ae-4444-b9d6-994cf53a268d" providerId="AD" clId="Web-{BF74866C-0AFA-F991-38FB-221374DB3F53}" dt="2025-11-23T03:04:19.526" v="453"/>
          <ac:spMkLst>
            <pc:docMk/>
            <pc:sldMk cId="4204827055" sldId="257"/>
            <ac:spMk id="2" creationId="{A70EB870-6988-ABD2-7E1D-0539BD24B6CB}"/>
          </ac:spMkLst>
        </pc:spChg>
        <pc:spChg chg="add">
          <ac:chgData name="#TEO MIAO XUAN#" userId="S::teom0030@e.ntu.edu.sg::111f0858-a2ae-4444-b9d6-994cf53a268d" providerId="AD" clId="Web-{BF74866C-0AFA-F991-38FB-221374DB3F53}" dt="2025-11-23T03:04:19.526" v="453"/>
          <ac:spMkLst>
            <pc:docMk/>
            <pc:sldMk cId="4204827055" sldId="257"/>
            <ac:spMk id="21" creationId="{817D949E-564D-4503-A64E-D22FA3232C29}"/>
          </ac:spMkLst>
        </pc:spChg>
        <pc:spChg chg="add">
          <ac:chgData name="#TEO MIAO XUAN#" userId="S::teom0030@e.ntu.edu.sg::111f0858-a2ae-4444-b9d6-994cf53a268d" providerId="AD" clId="Web-{BF74866C-0AFA-F991-38FB-221374DB3F53}" dt="2025-11-23T03:04:19.526" v="453"/>
          <ac:spMkLst>
            <pc:docMk/>
            <pc:sldMk cId="4204827055" sldId="257"/>
            <ac:spMk id="25" creationId="{2C8EEB27-9249-8B3A-C8C2-18F9DC480810}"/>
          </ac:spMkLst>
        </pc:spChg>
        <pc:spChg chg="add">
          <ac:chgData name="#TEO MIAO XUAN#" userId="S::teom0030@e.ntu.edu.sg::111f0858-a2ae-4444-b9d6-994cf53a268d" providerId="AD" clId="Web-{BF74866C-0AFA-F991-38FB-221374DB3F53}" dt="2025-11-23T03:04:19.526" v="453"/>
          <ac:spMkLst>
            <pc:docMk/>
            <pc:sldMk cId="4204827055" sldId="257"/>
            <ac:spMk id="29" creationId="{18482CAC-96FF-EBE5-E97D-0BE2B8A51E3F}"/>
          </ac:spMkLst>
        </pc:spChg>
        <pc:spChg chg="add mod">
          <ac:chgData name="#TEO MIAO XUAN#" userId="S::teom0030@e.ntu.edu.sg::111f0858-a2ae-4444-b9d6-994cf53a268d" providerId="AD" clId="Web-{BF74866C-0AFA-F991-38FB-221374DB3F53}" dt="2025-11-23T03:09:21.485" v="507" actId="20577"/>
          <ac:spMkLst>
            <pc:docMk/>
            <pc:sldMk cId="4204827055" sldId="257"/>
            <ac:spMk id="858" creationId="{06A4BD45-7D86-454C-42E7-6FFB2F20D22B}"/>
          </ac:spMkLst>
        </pc:spChg>
        <pc:graphicFrameChg chg="add mod modGraphic">
          <ac:chgData name="#TEO MIAO XUAN#" userId="S::teom0030@e.ntu.edu.sg::111f0858-a2ae-4444-b9d6-994cf53a268d" providerId="AD" clId="Web-{BF74866C-0AFA-F991-38FB-221374DB3F53}" dt="2025-11-23T03:10:06.209" v="511" actId="1076"/>
          <ac:graphicFrameMkLst>
            <pc:docMk/>
            <pc:sldMk cId="4204827055" sldId="257"/>
            <ac:graphicFrameMk id="5" creationId="{F706FB59-5CDE-25AA-9613-0F0F8D1527E1}"/>
          </ac:graphicFrameMkLst>
        </pc:graphicFrameChg>
      </pc:sldChg>
      <pc:sldChg chg="modSp new">
        <pc:chgData name="#TEO MIAO XUAN#" userId="S::teom0030@e.ntu.edu.sg::111f0858-a2ae-4444-b9d6-994cf53a268d" providerId="AD" clId="Web-{BF74866C-0AFA-F991-38FB-221374DB3F53}" dt="2025-11-23T02:39:11.862" v="31" actId="20577"/>
        <pc:sldMkLst>
          <pc:docMk/>
          <pc:sldMk cId="1476282730" sldId="258"/>
        </pc:sldMkLst>
        <pc:spChg chg="mod">
          <ac:chgData name="#TEO MIAO XUAN#" userId="S::teom0030@e.ntu.edu.sg::111f0858-a2ae-4444-b9d6-994cf53a268d" providerId="AD" clId="Web-{BF74866C-0AFA-F991-38FB-221374DB3F53}" dt="2025-11-23T02:39:11.862" v="31" actId="20577"/>
          <ac:spMkLst>
            <pc:docMk/>
            <pc:sldMk cId="1476282730" sldId="258"/>
            <ac:spMk id="2" creationId="{02A9BF9E-408D-749A-3A19-A0A944F3BD52}"/>
          </ac:spMkLst>
        </pc:spChg>
      </pc:sldChg>
      <pc:sldChg chg="modSp new">
        <pc:chgData name="#TEO MIAO XUAN#" userId="S::teom0030@e.ntu.edu.sg::111f0858-a2ae-4444-b9d6-994cf53a268d" providerId="AD" clId="Web-{BF74866C-0AFA-F991-38FB-221374DB3F53}" dt="2025-11-23T02:39:17.628" v="36" actId="20577"/>
        <pc:sldMkLst>
          <pc:docMk/>
          <pc:sldMk cId="1977789171" sldId="259"/>
        </pc:sldMkLst>
        <pc:spChg chg="mod">
          <ac:chgData name="#TEO MIAO XUAN#" userId="S::teom0030@e.ntu.edu.sg::111f0858-a2ae-4444-b9d6-994cf53a268d" providerId="AD" clId="Web-{BF74866C-0AFA-F991-38FB-221374DB3F53}" dt="2025-11-23T02:39:17.628" v="36" actId="20577"/>
          <ac:spMkLst>
            <pc:docMk/>
            <pc:sldMk cId="1977789171" sldId="259"/>
            <ac:spMk id="2" creationId="{7A936F7C-9B2A-461D-7B96-AD56D1CFB50F}"/>
          </ac:spMkLst>
        </pc:spChg>
      </pc:sldChg>
      <pc:sldChg chg="modSp new">
        <pc:chgData name="#TEO MIAO XUAN#" userId="S::teom0030@e.ntu.edu.sg::111f0858-a2ae-4444-b9d6-994cf53a268d" providerId="AD" clId="Web-{BF74866C-0AFA-F991-38FB-221374DB3F53}" dt="2025-11-23T02:39:28.504" v="44" actId="20577"/>
        <pc:sldMkLst>
          <pc:docMk/>
          <pc:sldMk cId="3193705421" sldId="260"/>
        </pc:sldMkLst>
        <pc:spChg chg="mod">
          <ac:chgData name="#TEO MIAO XUAN#" userId="S::teom0030@e.ntu.edu.sg::111f0858-a2ae-4444-b9d6-994cf53a268d" providerId="AD" clId="Web-{BF74866C-0AFA-F991-38FB-221374DB3F53}" dt="2025-11-23T02:39:28.504" v="44" actId="20577"/>
          <ac:spMkLst>
            <pc:docMk/>
            <pc:sldMk cId="3193705421" sldId="260"/>
            <ac:spMk id="2" creationId="{35AD382B-7FF5-0034-029A-BDB09E88FF2D}"/>
          </ac:spMkLst>
        </pc:spChg>
      </pc:sldChg>
      <pc:sldChg chg="modSp new ord">
        <pc:chgData name="#TEO MIAO XUAN#" userId="S::teom0030@e.ntu.edu.sg::111f0858-a2ae-4444-b9d6-994cf53a268d" providerId="AD" clId="Web-{BF74866C-0AFA-F991-38FB-221374DB3F53}" dt="2025-11-23T02:39:41.926" v="49"/>
        <pc:sldMkLst>
          <pc:docMk/>
          <pc:sldMk cId="786883743" sldId="261"/>
        </pc:sldMkLst>
        <pc:spChg chg="mod">
          <ac:chgData name="#TEO MIAO XUAN#" userId="S::teom0030@e.ntu.edu.sg::111f0858-a2ae-4444-b9d6-994cf53a268d" providerId="AD" clId="Web-{BF74866C-0AFA-F991-38FB-221374DB3F53}" dt="2025-11-23T02:39:40.223" v="48" actId="20577"/>
          <ac:spMkLst>
            <pc:docMk/>
            <pc:sldMk cId="786883743" sldId="261"/>
            <ac:spMk id="2" creationId="{991576FB-C8C2-75A6-C6E3-0F0C96572B92}"/>
          </ac:spMkLst>
        </pc:spChg>
      </pc:sldChg>
      <pc:sldChg chg="addSp delSp modSp new mod setBg">
        <pc:chgData name="#TEO MIAO XUAN#" userId="S::teom0030@e.ntu.edu.sg::111f0858-a2ae-4444-b9d6-994cf53a268d" providerId="AD" clId="Web-{BF74866C-0AFA-F991-38FB-221374DB3F53}" dt="2025-11-23T02:41:03.242" v="66"/>
        <pc:sldMkLst>
          <pc:docMk/>
          <pc:sldMk cId="882869014" sldId="262"/>
        </pc:sldMkLst>
        <pc:spChg chg="mod">
          <ac:chgData name="#TEO MIAO XUAN#" userId="S::teom0030@e.ntu.edu.sg::111f0858-a2ae-4444-b9d6-994cf53a268d" providerId="AD" clId="Web-{BF74866C-0AFA-F991-38FB-221374DB3F53}" dt="2025-11-23T02:41:03.242" v="66"/>
          <ac:spMkLst>
            <pc:docMk/>
            <pc:sldMk cId="882869014" sldId="262"/>
            <ac:spMk id="2" creationId="{662B9480-6FB5-676B-C530-C71DB0F4D11D}"/>
          </ac:spMkLst>
        </pc:spChg>
        <pc:spChg chg="add">
          <ac:chgData name="#TEO MIAO XUAN#" userId="S::teom0030@e.ntu.edu.sg::111f0858-a2ae-4444-b9d6-994cf53a268d" providerId="AD" clId="Web-{BF74866C-0AFA-F991-38FB-221374DB3F53}" dt="2025-11-23T02:41:03.242" v="66"/>
          <ac:spMkLst>
            <pc:docMk/>
            <pc:sldMk cId="882869014" sldId="262"/>
            <ac:spMk id="10" creationId="{774A975B-A886-5202-0489-6965514A0D14}"/>
          </ac:spMkLst>
        </pc:spChg>
        <pc:spChg chg="add">
          <ac:chgData name="#TEO MIAO XUAN#" userId="S::teom0030@e.ntu.edu.sg::111f0858-a2ae-4444-b9d6-994cf53a268d" providerId="AD" clId="Web-{BF74866C-0AFA-F991-38FB-221374DB3F53}" dt="2025-11-23T02:41:03.242" v="66"/>
          <ac:spMkLst>
            <pc:docMk/>
            <pc:sldMk cId="882869014" sldId="262"/>
            <ac:spMk id="16" creationId="{DCC11005-BC53-5976-9587-FB0B62EF64BB}"/>
          </ac:spMkLst>
        </pc:spChg>
        <pc:spChg chg="add">
          <ac:chgData name="#TEO MIAO XUAN#" userId="S::teom0030@e.ntu.edu.sg::111f0858-a2ae-4444-b9d6-994cf53a268d" providerId="AD" clId="Web-{BF74866C-0AFA-F991-38FB-221374DB3F53}" dt="2025-11-23T02:41:03.242" v="66"/>
          <ac:spMkLst>
            <pc:docMk/>
            <pc:sldMk cId="882869014" sldId="262"/>
            <ac:spMk id="17" creationId="{EA67E988-5919-57BB-C7DE-D3EAD38A3045}"/>
          </ac:spMkLst>
        </pc:spChg>
        <pc:spChg chg="add">
          <ac:chgData name="#TEO MIAO XUAN#" userId="S::teom0030@e.ntu.edu.sg::111f0858-a2ae-4444-b9d6-994cf53a268d" providerId="AD" clId="Web-{BF74866C-0AFA-F991-38FB-221374DB3F53}" dt="2025-11-23T02:41:03.242" v="66"/>
          <ac:spMkLst>
            <pc:docMk/>
            <pc:sldMk cId="882869014" sldId="262"/>
            <ac:spMk id="18" creationId="{FAF3766F-DEF3-4802-BB0D-7A18EDD9704F}"/>
          </ac:spMkLst>
        </pc:spChg>
        <pc:picChg chg="add mod ord modCrop">
          <ac:chgData name="#TEO MIAO XUAN#" userId="S::teom0030@e.ntu.edu.sg::111f0858-a2ae-4444-b9d6-994cf53a268d" providerId="AD" clId="Web-{BF74866C-0AFA-F991-38FB-221374DB3F53}" dt="2025-11-23T02:41:03.242" v="66"/>
          <ac:picMkLst>
            <pc:docMk/>
            <pc:sldMk cId="882869014" sldId="262"/>
            <ac:picMk id="4" creationId="{2C01FBB4-ACEE-5284-FE78-E9F13A1C0170}"/>
          </ac:picMkLst>
        </pc:picChg>
        <pc:picChg chg="add mod modCrop">
          <ac:chgData name="#TEO MIAO XUAN#" userId="S::teom0030@e.ntu.edu.sg::111f0858-a2ae-4444-b9d6-994cf53a268d" providerId="AD" clId="Web-{BF74866C-0AFA-F991-38FB-221374DB3F53}" dt="2025-11-23T02:41:03.242" v="66"/>
          <ac:picMkLst>
            <pc:docMk/>
            <pc:sldMk cId="882869014" sldId="262"/>
            <ac:picMk id="5" creationId="{81942D86-5E70-409A-E2BA-3E669DBA4837}"/>
          </ac:picMkLst>
        </pc:picChg>
      </pc:sldChg>
      <pc:sldChg chg="addSp delSp modSp new mod ord setBg">
        <pc:chgData name="#TEO MIAO XUAN#" userId="S::teom0030@e.ntu.edu.sg::111f0858-a2ae-4444-b9d6-994cf53a268d" providerId="AD" clId="Web-{BF74866C-0AFA-F991-38FB-221374DB3F53}" dt="2025-11-23T03:06:16.699" v="491"/>
        <pc:sldMkLst>
          <pc:docMk/>
          <pc:sldMk cId="3618857837" sldId="263"/>
        </pc:sldMkLst>
        <pc:spChg chg="mod">
          <ac:chgData name="#TEO MIAO XUAN#" userId="S::teom0030@e.ntu.edu.sg::111f0858-a2ae-4444-b9d6-994cf53a268d" providerId="AD" clId="Web-{BF74866C-0AFA-F991-38FB-221374DB3F53}" dt="2025-11-23T03:00:34.381" v="333" actId="20577"/>
          <ac:spMkLst>
            <pc:docMk/>
            <pc:sldMk cId="3618857837" sldId="263"/>
            <ac:spMk id="2" creationId="{E29EA43C-BACE-8E55-F3E2-5B777A4D143C}"/>
          </ac:spMkLst>
        </pc:spChg>
        <pc:spChg chg="add">
          <ac:chgData name="#TEO MIAO XUAN#" userId="S::teom0030@e.ntu.edu.sg::111f0858-a2ae-4444-b9d6-994cf53a268d" providerId="AD" clId="Web-{BF74866C-0AFA-F991-38FB-221374DB3F53}" dt="2025-11-23T02:58:15.142" v="278"/>
          <ac:spMkLst>
            <pc:docMk/>
            <pc:sldMk cId="3618857837" sldId="263"/>
            <ac:spMk id="13" creationId="{9EE42DCE-4A4F-44C4-84E5-261B3BEEF1DA}"/>
          </ac:spMkLst>
        </pc:spChg>
        <pc:spChg chg="add">
          <ac:chgData name="#TEO MIAO XUAN#" userId="S::teom0030@e.ntu.edu.sg::111f0858-a2ae-4444-b9d6-994cf53a268d" providerId="AD" clId="Web-{BF74866C-0AFA-F991-38FB-221374DB3F53}" dt="2025-11-23T02:58:15.142" v="278"/>
          <ac:spMkLst>
            <pc:docMk/>
            <pc:sldMk cId="3618857837" sldId="263"/>
            <ac:spMk id="15" creationId="{887F59F2-5FBC-40CD-AD35-376AECE49EA6}"/>
          </ac:spMkLst>
        </pc:spChg>
        <pc:picChg chg="add mod ord">
          <ac:chgData name="#TEO MIAO XUAN#" userId="S::teom0030@e.ntu.edu.sg::111f0858-a2ae-4444-b9d6-994cf53a268d" providerId="AD" clId="Web-{BF74866C-0AFA-F991-38FB-221374DB3F53}" dt="2025-11-23T02:58:15.142" v="278"/>
          <ac:picMkLst>
            <pc:docMk/>
            <pc:sldMk cId="3618857837" sldId="263"/>
            <ac:picMk id="6" creationId="{06AC86C8-3D79-1331-770C-E261363454C3}"/>
          </ac:picMkLst>
        </pc:picChg>
      </pc:sldChg>
      <pc:sldChg chg="addSp delSp modSp new">
        <pc:chgData name="#TEO MIAO XUAN#" userId="S::teom0030@e.ntu.edu.sg::111f0858-a2ae-4444-b9d6-994cf53a268d" providerId="AD" clId="Web-{BF74866C-0AFA-F991-38FB-221374DB3F53}" dt="2025-11-23T03:28:08.127" v="798" actId="20577"/>
        <pc:sldMkLst>
          <pc:docMk/>
          <pc:sldMk cId="1826051156" sldId="264"/>
        </pc:sldMkLst>
        <pc:spChg chg="mod">
          <ac:chgData name="#TEO MIAO XUAN#" userId="S::teom0030@e.ntu.edu.sg::111f0858-a2ae-4444-b9d6-994cf53a268d" providerId="AD" clId="Web-{BF74866C-0AFA-F991-38FB-221374DB3F53}" dt="2025-11-23T03:28:08.127" v="798" actId="20577"/>
          <ac:spMkLst>
            <pc:docMk/>
            <pc:sldMk cId="1826051156" sldId="264"/>
            <ac:spMk id="2" creationId="{0052F223-604B-138A-E5F1-37A081CA0350}"/>
          </ac:spMkLst>
        </pc:spChg>
        <pc:graphicFrameChg chg="add mod modGraphic">
          <ac:chgData name="#TEO MIAO XUAN#" userId="S::teom0030@e.ntu.edu.sg::111f0858-a2ae-4444-b9d6-994cf53a268d" providerId="AD" clId="Web-{BF74866C-0AFA-F991-38FB-221374DB3F53}" dt="2025-11-23T03:26:30.930" v="792" actId="14100"/>
          <ac:graphicFrameMkLst>
            <pc:docMk/>
            <pc:sldMk cId="1826051156" sldId="264"/>
            <ac:graphicFrameMk id="4" creationId="{8F7F6850-AB21-EBB0-F2A5-198E18AB8386}"/>
          </ac:graphicFrameMkLst>
        </pc:graphicFrameChg>
      </pc:sldChg>
      <pc:sldMasterChg chg="add addSldLayout">
        <pc:chgData name="#TEO MIAO XUAN#" userId="S::teom0030@e.ntu.edu.sg::111f0858-a2ae-4444-b9d6-994cf53a268d" providerId="AD" clId="Web-{BF74866C-0AFA-F991-38FB-221374DB3F53}" dt="2025-11-23T02:36:55.397" v="2"/>
        <pc:sldMasterMkLst>
          <pc:docMk/>
          <pc:sldMasterMk cId="403823107" sldId="2147483695"/>
        </pc:sldMasterMkLst>
        <pc:sldLayoutChg chg="add">
          <pc:chgData name="#TEO MIAO XUAN#" userId="S::teom0030@e.ntu.edu.sg::111f0858-a2ae-4444-b9d6-994cf53a268d" providerId="AD" clId="Web-{BF74866C-0AFA-F991-38FB-221374DB3F53}" dt="2025-11-23T02:36:55.397" v="2"/>
          <pc:sldLayoutMkLst>
            <pc:docMk/>
            <pc:sldMasterMk cId="403823107" sldId="2147483695"/>
            <pc:sldLayoutMk cId="456550074" sldId="2147483684"/>
          </pc:sldLayoutMkLst>
        </pc:sldLayoutChg>
        <pc:sldLayoutChg chg="add">
          <pc:chgData name="#TEO MIAO XUAN#" userId="S::teom0030@e.ntu.edu.sg::111f0858-a2ae-4444-b9d6-994cf53a268d" providerId="AD" clId="Web-{BF74866C-0AFA-F991-38FB-221374DB3F53}" dt="2025-11-23T02:36:55.397" v="2"/>
          <pc:sldLayoutMkLst>
            <pc:docMk/>
            <pc:sldMasterMk cId="403823107" sldId="2147483695"/>
            <pc:sldLayoutMk cId="3946967116" sldId="2147483685"/>
          </pc:sldLayoutMkLst>
        </pc:sldLayoutChg>
        <pc:sldLayoutChg chg="add">
          <pc:chgData name="#TEO MIAO XUAN#" userId="S::teom0030@e.ntu.edu.sg::111f0858-a2ae-4444-b9d6-994cf53a268d" providerId="AD" clId="Web-{BF74866C-0AFA-F991-38FB-221374DB3F53}" dt="2025-11-23T02:36:55.397" v="2"/>
          <pc:sldLayoutMkLst>
            <pc:docMk/>
            <pc:sldMasterMk cId="403823107" sldId="2147483695"/>
            <pc:sldLayoutMk cId="2991154361" sldId="2147483686"/>
          </pc:sldLayoutMkLst>
        </pc:sldLayoutChg>
        <pc:sldLayoutChg chg="add">
          <pc:chgData name="#TEO MIAO XUAN#" userId="S::teom0030@e.ntu.edu.sg::111f0858-a2ae-4444-b9d6-994cf53a268d" providerId="AD" clId="Web-{BF74866C-0AFA-F991-38FB-221374DB3F53}" dt="2025-11-23T02:36:55.397" v="2"/>
          <pc:sldLayoutMkLst>
            <pc:docMk/>
            <pc:sldMasterMk cId="403823107" sldId="2147483695"/>
            <pc:sldLayoutMk cId="320701699" sldId="2147483687"/>
          </pc:sldLayoutMkLst>
        </pc:sldLayoutChg>
        <pc:sldLayoutChg chg="add">
          <pc:chgData name="#TEO MIAO XUAN#" userId="S::teom0030@e.ntu.edu.sg::111f0858-a2ae-4444-b9d6-994cf53a268d" providerId="AD" clId="Web-{BF74866C-0AFA-F991-38FB-221374DB3F53}" dt="2025-11-23T02:36:55.397" v="2"/>
          <pc:sldLayoutMkLst>
            <pc:docMk/>
            <pc:sldMasterMk cId="403823107" sldId="2147483695"/>
            <pc:sldLayoutMk cId="690574143" sldId="2147483688"/>
          </pc:sldLayoutMkLst>
        </pc:sldLayoutChg>
        <pc:sldLayoutChg chg="add">
          <pc:chgData name="#TEO MIAO XUAN#" userId="S::teom0030@e.ntu.edu.sg::111f0858-a2ae-4444-b9d6-994cf53a268d" providerId="AD" clId="Web-{BF74866C-0AFA-F991-38FB-221374DB3F53}" dt="2025-11-23T02:36:55.397" v="2"/>
          <pc:sldLayoutMkLst>
            <pc:docMk/>
            <pc:sldMasterMk cId="403823107" sldId="2147483695"/>
            <pc:sldLayoutMk cId="364975169" sldId="2147483689"/>
          </pc:sldLayoutMkLst>
        </pc:sldLayoutChg>
        <pc:sldLayoutChg chg="add">
          <pc:chgData name="#TEO MIAO XUAN#" userId="S::teom0030@e.ntu.edu.sg::111f0858-a2ae-4444-b9d6-994cf53a268d" providerId="AD" clId="Web-{BF74866C-0AFA-F991-38FB-221374DB3F53}" dt="2025-11-23T02:36:55.397" v="2"/>
          <pc:sldLayoutMkLst>
            <pc:docMk/>
            <pc:sldMasterMk cId="403823107" sldId="2147483695"/>
            <pc:sldLayoutMk cId="264763312" sldId="2147483690"/>
          </pc:sldLayoutMkLst>
        </pc:sldLayoutChg>
        <pc:sldLayoutChg chg="add">
          <pc:chgData name="#TEO MIAO XUAN#" userId="S::teom0030@e.ntu.edu.sg::111f0858-a2ae-4444-b9d6-994cf53a268d" providerId="AD" clId="Web-{BF74866C-0AFA-F991-38FB-221374DB3F53}" dt="2025-11-23T02:36:55.397" v="2"/>
          <pc:sldLayoutMkLst>
            <pc:docMk/>
            <pc:sldMasterMk cId="403823107" sldId="2147483695"/>
            <pc:sldLayoutMk cId="1868425671" sldId="2147483691"/>
          </pc:sldLayoutMkLst>
        </pc:sldLayoutChg>
        <pc:sldLayoutChg chg="add">
          <pc:chgData name="#TEO MIAO XUAN#" userId="S::teom0030@e.ntu.edu.sg::111f0858-a2ae-4444-b9d6-994cf53a268d" providerId="AD" clId="Web-{BF74866C-0AFA-F991-38FB-221374DB3F53}" dt="2025-11-23T02:36:55.397" v="2"/>
          <pc:sldLayoutMkLst>
            <pc:docMk/>
            <pc:sldMasterMk cId="403823107" sldId="2147483695"/>
            <pc:sldLayoutMk cId="2603842080" sldId="2147483692"/>
          </pc:sldLayoutMkLst>
        </pc:sldLayoutChg>
        <pc:sldLayoutChg chg="add">
          <pc:chgData name="#TEO MIAO XUAN#" userId="S::teom0030@e.ntu.edu.sg::111f0858-a2ae-4444-b9d6-994cf53a268d" providerId="AD" clId="Web-{BF74866C-0AFA-F991-38FB-221374DB3F53}" dt="2025-11-23T02:36:55.397" v="2"/>
          <pc:sldLayoutMkLst>
            <pc:docMk/>
            <pc:sldMasterMk cId="403823107" sldId="2147483695"/>
            <pc:sldLayoutMk cId="988936757" sldId="2147483693"/>
          </pc:sldLayoutMkLst>
        </pc:sldLayoutChg>
        <pc:sldLayoutChg chg="add">
          <pc:chgData name="#TEO MIAO XUAN#" userId="S::teom0030@e.ntu.edu.sg::111f0858-a2ae-4444-b9d6-994cf53a268d" providerId="AD" clId="Web-{BF74866C-0AFA-F991-38FB-221374DB3F53}" dt="2025-11-23T02:36:55.397" v="2"/>
          <pc:sldLayoutMkLst>
            <pc:docMk/>
            <pc:sldMasterMk cId="403823107" sldId="2147483695"/>
            <pc:sldLayoutMk cId="2034992702" sldId="2147483694"/>
          </pc:sldLayoutMkLst>
        </pc:sldLayoutChg>
      </pc:sldMasterChg>
    </pc:docChg>
  </pc:docChgLst>
  <pc:docChgLst>
    <pc:chgData name="#HO JIA XUAN VALERIE#" userId="b1fc29a4-6e29-4132-bd56-5dc7305f109a" providerId="ADAL" clId="{99ECC916-BDB9-4BED-8DEF-072887977EDF}"/>
    <pc:docChg chg="undo custSel addSld modSld">
      <pc:chgData name="#HO JIA XUAN VALERIE#" userId="b1fc29a4-6e29-4132-bd56-5dc7305f109a" providerId="ADAL" clId="{99ECC916-BDB9-4BED-8DEF-072887977EDF}" dt="2025-11-24T06:39:31.142" v="1232" actId="20577"/>
      <pc:docMkLst>
        <pc:docMk/>
      </pc:docMkLst>
      <pc:sldChg chg="modSp mod">
        <pc:chgData name="#HO JIA XUAN VALERIE#" userId="b1fc29a4-6e29-4132-bd56-5dc7305f109a" providerId="ADAL" clId="{99ECC916-BDB9-4BED-8DEF-072887977EDF}" dt="2025-11-24T06:37:21.127" v="1224" actId="6549"/>
        <pc:sldMkLst>
          <pc:docMk/>
          <pc:sldMk cId="3850410874" sldId="268"/>
        </pc:sldMkLst>
        <pc:spChg chg="mod">
          <ac:chgData name="#HO JIA XUAN VALERIE#" userId="b1fc29a4-6e29-4132-bd56-5dc7305f109a" providerId="ADAL" clId="{99ECC916-BDB9-4BED-8DEF-072887977EDF}" dt="2025-11-24T06:37:21.127" v="1224" actId="6549"/>
          <ac:spMkLst>
            <pc:docMk/>
            <pc:sldMk cId="3850410874" sldId="268"/>
            <ac:spMk id="3" creationId="{0A99B0E7-7618-6641-2B77-42359AE30E06}"/>
          </ac:spMkLst>
        </pc:spChg>
      </pc:sldChg>
      <pc:sldChg chg="modSp mod">
        <pc:chgData name="#HO JIA XUAN VALERIE#" userId="b1fc29a4-6e29-4132-bd56-5dc7305f109a" providerId="ADAL" clId="{99ECC916-BDB9-4BED-8DEF-072887977EDF}" dt="2025-11-24T06:37:29.593" v="1227" actId="20577"/>
        <pc:sldMkLst>
          <pc:docMk/>
          <pc:sldMk cId="421493191" sldId="269"/>
        </pc:sldMkLst>
        <pc:spChg chg="mod">
          <ac:chgData name="#HO JIA XUAN VALERIE#" userId="b1fc29a4-6e29-4132-bd56-5dc7305f109a" providerId="ADAL" clId="{99ECC916-BDB9-4BED-8DEF-072887977EDF}" dt="2025-11-24T06:37:29.593" v="1227" actId="20577"/>
          <ac:spMkLst>
            <pc:docMk/>
            <pc:sldMk cId="421493191" sldId="269"/>
            <ac:spMk id="3" creationId="{5F7C1CA8-AE8F-A59A-77EA-488627ADB7CC}"/>
          </ac:spMkLst>
        </pc:spChg>
      </pc:sldChg>
      <pc:sldChg chg="modSp mod">
        <pc:chgData name="#HO JIA XUAN VALERIE#" userId="b1fc29a4-6e29-4132-bd56-5dc7305f109a" providerId="ADAL" clId="{99ECC916-BDB9-4BED-8DEF-072887977EDF}" dt="2025-11-24T06:39:31.142" v="1232" actId="20577"/>
        <pc:sldMkLst>
          <pc:docMk/>
          <pc:sldMk cId="2948191782" sldId="271"/>
        </pc:sldMkLst>
        <pc:spChg chg="mod">
          <ac:chgData name="#HO JIA XUAN VALERIE#" userId="b1fc29a4-6e29-4132-bd56-5dc7305f109a" providerId="ADAL" clId="{99ECC916-BDB9-4BED-8DEF-072887977EDF}" dt="2025-11-24T06:39:31.142" v="1232" actId="20577"/>
          <ac:spMkLst>
            <pc:docMk/>
            <pc:sldMk cId="2948191782" sldId="271"/>
            <ac:spMk id="3" creationId="{9C8E6417-67BE-45C3-E3FD-166AB70D554A}"/>
          </ac:spMkLst>
        </pc:spChg>
        <pc:picChg chg="mod">
          <ac:chgData name="#HO JIA XUAN VALERIE#" userId="b1fc29a4-6e29-4132-bd56-5dc7305f109a" providerId="ADAL" clId="{99ECC916-BDB9-4BED-8DEF-072887977EDF}" dt="2025-11-24T06:31:23.850" v="1221" actId="14100"/>
          <ac:picMkLst>
            <pc:docMk/>
            <pc:sldMk cId="2948191782" sldId="271"/>
            <ac:picMk id="4" creationId="{2CC0D143-B961-D2D6-7654-6EDE0F3EA778}"/>
          </ac:picMkLst>
        </pc:picChg>
      </pc:sldChg>
      <pc:sldChg chg="addSp delSp modSp mod">
        <pc:chgData name="#HO JIA XUAN VALERIE#" userId="b1fc29a4-6e29-4132-bd56-5dc7305f109a" providerId="ADAL" clId="{99ECC916-BDB9-4BED-8DEF-072887977EDF}" dt="2025-11-24T06:10:27.108" v="796" actId="27636"/>
        <pc:sldMkLst>
          <pc:docMk/>
          <pc:sldMk cId="4206125953" sldId="272"/>
        </pc:sldMkLst>
        <pc:spChg chg="mod">
          <ac:chgData name="#HO JIA XUAN VALERIE#" userId="b1fc29a4-6e29-4132-bd56-5dc7305f109a" providerId="ADAL" clId="{99ECC916-BDB9-4BED-8DEF-072887977EDF}" dt="2025-11-24T05:11:10.591" v="375" actId="26606"/>
          <ac:spMkLst>
            <pc:docMk/>
            <pc:sldMk cId="4206125953" sldId="272"/>
            <ac:spMk id="2" creationId="{E15CCE32-B90D-EA86-EF3A-67FB5F348EA4}"/>
          </ac:spMkLst>
        </pc:spChg>
        <pc:spChg chg="mod ord">
          <ac:chgData name="#HO JIA XUAN VALERIE#" userId="b1fc29a4-6e29-4132-bd56-5dc7305f109a" providerId="ADAL" clId="{99ECC916-BDB9-4BED-8DEF-072887977EDF}" dt="2025-11-24T06:10:27.108" v="796" actId="27636"/>
          <ac:spMkLst>
            <pc:docMk/>
            <pc:sldMk cId="4206125953" sldId="272"/>
            <ac:spMk id="3" creationId="{4E99DC3B-1575-172A-80C7-D3E6E341C9D2}"/>
          </ac:spMkLst>
        </pc:spChg>
        <pc:spChg chg="add del">
          <ac:chgData name="#HO JIA XUAN VALERIE#" userId="b1fc29a4-6e29-4132-bd56-5dc7305f109a" providerId="ADAL" clId="{99ECC916-BDB9-4BED-8DEF-072887977EDF}" dt="2025-11-24T05:11:10.591" v="375" actId="26606"/>
          <ac:spMkLst>
            <pc:docMk/>
            <pc:sldMk cId="4206125953" sldId="272"/>
            <ac:spMk id="9" creationId="{0AA5D855-27D8-5980-E921-59991BE1E8BD}"/>
          </ac:spMkLst>
        </pc:spChg>
        <pc:spChg chg="add del">
          <ac:chgData name="#HO JIA XUAN VALERIE#" userId="b1fc29a4-6e29-4132-bd56-5dc7305f109a" providerId="ADAL" clId="{99ECC916-BDB9-4BED-8DEF-072887977EDF}" dt="2025-11-24T05:11:10.591" v="375" actId="26606"/>
          <ac:spMkLst>
            <pc:docMk/>
            <pc:sldMk cId="4206125953" sldId="272"/>
            <ac:spMk id="11" creationId="{48B6B6C6-98E9-A0A0-D2CF-EA1014C0A4D7}"/>
          </ac:spMkLst>
        </pc:spChg>
        <pc:spChg chg="add del">
          <ac:chgData name="#HO JIA XUAN VALERIE#" userId="b1fc29a4-6e29-4132-bd56-5dc7305f109a" providerId="ADAL" clId="{99ECC916-BDB9-4BED-8DEF-072887977EDF}" dt="2025-11-24T05:11:10.591" v="375" actId="26606"/>
          <ac:spMkLst>
            <pc:docMk/>
            <pc:sldMk cId="4206125953" sldId="272"/>
            <ac:spMk id="13" creationId="{340BE33A-D580-6B43-D2A8-DA1E1CB78CD4}"/>
          </ac:spMkLst>
        </pc:spChg>
        <pc:spChg chg="add">
          <ac:chgData name="#HO JIA XUAN VALERIE#" userId="b1fc29a4-6e29-4132-bd56-5dc7305f109a" providerId="ADAL" clId="{99ECC916-BDB9-4BED-8DEF-072887977EDF}" dt="2025-11-24T05:11:10.591" v="375" actId="26606"/>
          <ac:spMkLst>
            <pc:docMk/>
            <pc:sldMk cId="4206125953" sldId="272"/>
            <ac:spMk id="18" creationId="{34C0330F-1D4F-4552-B799-615DD237B6DE}"/>
          </ac:spMkLst>
        </pc:spChg>
        <pc:spChg chg="add">
          <ac:chgData name="#HO JIA XUAN VALERIE#" userId="b1fc29a4-6e29-4132-bd56-5dc7305f109a" providerId="ADAL" clId="{99ECC916-BDB9-4BED-8DEF-072887977EDF}" dt="2025-11-24T05:11:10.591" v="375" actId="26606"/>
          <ac:spMkLst>
            <pc:docMk/>
            <pc:sldMk cId="4206125953" sldId="272"/>
            <ac:spMk id="20" creationId="{92BE0106-0C20-465B-A1BE-0BAC2737B1AD}"/>
          </ac:spMkLst>
        </pc:spChg>
        <pc:spChg chg="add del">
          <ac:chgData name="#HO JIA XUAN VALERIE#" userId="b1fc29a4-6e29-4132-bd56-5dc7305f109a" providerId="ADAL" clId="{99ECC916-BDB9-4BED-8DEF-072887977EDF}" dt="2025-11-24T05:05:01.333" v="138" actId="26606"/>
          <ac:spMkLst>
            <pc:docMk/>
            <pc:sldMk cId="4206125953" sldId="272"/>
            <ac:spMk id="1028" creationId="{6D16C4DE-5FF1-8D34-BBA1-FC43F315567B}"/>
          </ac:spMkLst>
        </pc:spChg>
        <pc:spChg chg="add del">
          <ac:chgData name="#HO JIA XUAN VALERIE#" userId="b1fc29a4-6e29-4132-bd56-5dc7305f109a" providerId="ADAL" clId="{99ECC916-BDB9-4BED-8DEF-072887977EDF}" dt="2025-11-24T05:05:01.333" v="138" actId="26606"/>
          <ac:spMkLst>
            <pc:docMk/>
            <pc:sldMk cId="4206125953" sldId="272"/>
            <ac:spMk id="1029" creationId="{06695334-1C63-71B0-DABC-EFEFD76F195C}"/>
          </ac:spMkLst>
        </pc:spChg>
        <pc:spChg chg="add del">
          <ac:chgData name="#HO JIA XUAN VALERIE#" userId="b1fc29a4-6e29-4132-bd56-5dc7305f109a" providerId="ADAL" clId="{99ECC916-BDB9-4BED-8DEF-072887977EDF}" dt="2025-11-24T05:05:02.492" v="140" actId="26606"/>
          <ac:spMkLst>
            <pc:docMk/>
            <pc:sldMk cId="4206125953" sldId="272"/>
            <ac:spMk id="1030" creationId="{AD1BDCCC-E676-2A7E-BE11-2B8C23DB287F}"/>
          </ac:spMkLst>
        </pc:spChg>
        <pc:spChg chg="add del">
          <ac:chgData name="#HO JIA XUAN VALERIE#" userId="b1fc29a4-6e29-4132-bd56-5dc7305f109a" providerId="ADAL" clId="{99ECC916-BDB9-4BED-8DEF-072887977EDF}" dt="2025-11-24T05:04:59.477" v="136" actId="26606"/>
          <ac:spMkLst>
            <pc:docMk/>
            <pc:sldMk cId="4206125953" sldId="272"/>
            <ac:spMk id="1031" creationId="{9E10BDB4-64F2-477D-A03B-9F8352D5E02E}"/>
          </ac:spMkLst>
        </pc:spChg>
        <pc:spChg chg="add del">
          <ac:chgData name="#HO JIA XUAN VALERIE#" userId="b1fc29a4-6e29-4132-bd56-5dc7305f109a" providerId="ADAL" clId="{99ECC916-BDB9-4BED-8DEF-072887977EDF}" dt="2025-11-24T05:05:02.492" v="140" actId="26606"/>
          <ac:spMkLst>
            <pc:docMk/>
            <pc:sldMk cId="4206125953" sldId="272"/>
            <ac:spMk id="1032" creationId="{781C97B1-8A09-6383-8C65-A3B73577816A}"/>
          </ac:spMkLst>
        </pc:spChg>
        <pc:spChg chg="add del">
          <ac:chgData name="#HO JIA XUAN VALERIE#" userId="b1fc29a4-6e29-4132-bd56-5dc7305f109a" providerId="ADAL" clId="{99ECC916-BDB9-4BED-8DEF-072887977EDF}" dt="2025-11-24T05:04:59.477" v="136" actId="26606"/>
          <ac:spMkLst>
            <pc:docMk/>
            <pc:sldMk cId="4206125953" sldId="272"/>
            <ac:spMk id="1033" creationId="{887F59F2-5FBC-40CD-AD35-376AECE49EA6}"/>
          </ac:spMkLst>
        </pc:spChg>
        <pc:spChg chg="add del">
          <ac:chgData name="#HO JIA XUAN VALERIE#" userId="b1fc29a4-6e29-4132-bd56-5dc7305f109a" providerId="ADAL" clId="{99ECC916-BDB9-4BED-8DEF-072887977EDF}" dt="2025-11-24T05:05:10.987" v="142" actId="26606"/>
          <ac:spMkLst>
            <pc:docMk/>
            <pc:sldMk cId="4206125953" sldId="272"/>
            <ac:spMk id="1034" creationId="{9E10BDB4-64F2-477D-A03B-9F8352D5E02E}"/>
          </ac:spMkLst>
        </pc:spChg>
        <pc:spChg chg="add del">
          <ac:chgData name="#HO JIA XUAN VALERIE#" userId="b1fc29a4-6e29-4132-bd56-5dc7305f109a" providerId="ADAL" clId="{99ECC916-BDB9-4BED-8DEF-072887977EDF}" dt="2025-11-24T05:05:01.333" v="138" actId="26606"/>
          <ac:spMkLst>
            <pc:docMk/>
            <pc:sldMk cId="4206125953" sldId="272"/>
            <ac:spMk id="1035" creationId="{BFAFCE06-D968-1CC9-52AA-715CC03410FE}"/>
          </ac:spMkLst>
        </pc:spChg>
        <pc:spChg chg="add del">
          <ac:chgData name="#HO JIA XUAN VALERIE#" userId="b1fc29a4-6e29-4132-bd56-5dc7305f109a" providerId="ADAL" clId="{99ECC916-BDB9-4BED-8DEF-072887977EDF}" dt="2025-11-24T05:05:10.987" v="142" actId="26606"/>
          <ac:spMkLst>
            <pc:docMk/>
            <pc:sldMk cId="4206125953" sldId="272"/>
            <ac:spMk id="1036" creationId="{B3367C65-B72C-202E-98A7-9B20F8F2F526}"/>
          </ac:spMkLst>
        </pc:spChg>
        <pc:spChg chg="add del">
          <ac:chgData name="#HO JIA XUAN VALERIE#" userId="b1fc29a4-6e29-4132-bd56-5dc7305f109a" providerId="ADAL" clId="{99ECC916-BDB9-4BED-8DEF-072887977EDF}" dt="2025-11-24T05:05:10.987" v="142" actId="26606"/>
          <ac:spMkLst>
            <pc:docMk/>
            <pc:sldMk cId="4206125953" sldId="272"/>
            <ac:spMk id="1037" creationId="{AE558C32-DE71-E6B3-A032-D3EA9CB0FC2E}"/>
          </ac:spMkLst>
        </pc:spChg>
        <pc:picChg chg="add mod">
          <ac:chgData name="#HO JIA XUAN VALERIE#" userId="b1fc29a4-6e29-4132-bd56-5dc7305f109a" providerId="ADAL" clId="{99ECC916-BDB9-4BED-8DEF-072887977EDF}" dt="2025-11-24T05:11:15.419" v="377" actId="14100"/>
          <ac:picMkLst>
            <pc:docMk/>
            <pc:sldMk cId="4206125953" sldId="272"/>
            <ac:picMk id="4" creationId="{28A61413-A63D-7CA4-349D-4F92BD6AED91}"/>
          </ac:picMkLst>
        </pc:picChg>
        <pc:picChg chg="add del mod">
          <ac:chgData name="#HO JIA XUAN VALERIE#" userId="b1fc29a4-6e29-4132-bd56-5dc7305f109a" providerId="ADAL" clId="{99ECC916-BDB9-4BED-8DEF-072887977EDF}" dt="2025-11-24T05:11:04.211" v="372" actId="478"/>
          <ac:picMkLst>
            <pc:docMk/>
            <pc:sldMk cId="4206125953" sldId="272"/>
            <ac:picMk id="1026" creationId="{7FE18DBB-EC21-F15E-A02D-C763EB36CE71}"/>
          </ac:picMkLst>
        </pc:picChg>
      </pc:sldChg>
      <pc:sldChg chg="addSp delSp modSp add mod setBg delDesignElem">
        <pc:chgData name="#HO JIA XUAN VALERIE#" userId="b1fc29a4-6e29-4132-bd56-5dc7305f109a" providerId="ADAL" clId="{99ECC916-BDB9-4BED-8DEF-072887977EDF}" dt="2025-11-24T06:31:07.924" v="1219" actId="113"/>
        <pc:sldMkLst>
          <pc:docMk/>
          <pc:sldMk cId="3356456359" sldId="273"/>
        </pc:sldMkLst>
        <pc:spChg chg="mod">
          <ac:chgData name="#HO JIA XUAN VALERIE#" userId="b1fc29a4-6e29-4132-bd56-5dc7305f109a" providerId="ADAL" clId="{99ECC916-BDB9-4BED-8DEF-072887977EDF}" dt="2025-11-24T05:11:29.790" v="381" actId="26606"/>
          <ac:spMkLst>
            <pc:docMk/>
            <pc:sldMk cId="3356456359" sldId="273"/>
            <ac:spMk id="2" creationId="{32EBB57D-5AC0-A166-A7DA-62A92AA432D9}"/>
          </ac:spMkLst>
        </pc:spChg>
        <pc:spChg chg="mod ord">
          <ac:chgData name="#HO JIA XUAN VALERIE#" userId="b1fc29a4-6e29-4132-bd56-5dc7305f109a" providerId="ADAL" clId="{99ECC916-BDB9-4BED-8DEF-072887977EDF}" dt="2025-11-24T06:31:07.924" v="1219" actId="113"/>
          <ac:spMkLst>
            <pc:docMk/>
            <pc:sldMk cId="3356456359" sldId="273"/>
            <ac:spMk id="3" creationId="{DFBD19ED-46D4-E3E8-20C7-F5FF370A5272}"/>
          </ac:spMkLst>
        </pc:spChg>
        <pc:spChg chg="del">
          <ac:chgData name="#HO JIA XUAN VALERIE#" userId="b1fc29a4-6e29-4132-bd56-5dc7305f109a" providerId="ADAL" clId="{99ECC916-BDB9-4BED-8DEF-072887977EDF}" dt="2025-11-24T05:07:45.755" v="151"/>
          <ac:spMkLst>
            <pc:docMk/>
            <pc:sldMk cId="3356456359" sldId="273"/>
            <ac:spMk id="9" creationId="{E50B11E5-C3CA-80D8-231F-81286177DA69}"/>
          </ac:spMkLst>
        </pc:spChg>
        <pc:spChg chg="del">
          <ac:chgData name="#HO JIA XUAN VALERIE#" userId="b1fc29a4-6e29-4132-bd56-5dc7305f109a" providerId="ADAL" clId="{99ECC916-BDB9-4BED-8DEF-072887977EDF}" dt="2025-11-24T05:07:45.755" v="151"/>
          <ac:spMkLst>
            <pc:docMk/>
            <pc:sldMk cId="3356456359" sldId="273"/>
            <ac:spMk id="11" creationId="{516EE0B9-FCE2-4DCF-8CFE-668FF72F8DD6}"/>
          </ac:spMkLst>
        </pc:spChg>
        <pc:spChg chg="del">
          <ac:chgData name="#HO JIA XUAN VALERIE#" userId="b1fc29a4-6e29-4132-bd56-5dc7305f109a" providerId="ADAL" clId="{99ECC916-BDB9-4BED-8DEF-072887977EDF}" dt="2025-11-24T05:07:45.755" v="151"/>
          <ac:spMkLst>
            <pc:docMk/>
            <pc:sldMk cId="3356456359" sldId="273"/>
            <ac:spMk id="13" creationId="{BFE9B777-5916-E867-CE9A-959DD91C2950}"/>
          </ac:spMkLst>
        </pc:spChg>
        <pc:spChg chg="add del">
          <ac:chgData name="#HO JIA XUAN VALERIE#" userId="b1fc29a4-6e29-4132-bd56-5dc7305f109a" providerId="ADAL" clId="{99ECC916-BDB9-4BED-8DEF-072887977EDF}" dt="2025-11-24T05:11:25.116" v="379" actId="26606"/>
          <ac:spMkLst>
            <pc:docMk/>
            <pc:sldMk cId="3356456359" sldId="273"/>
            <ac:spMk id="1031" creationId="{34C0330F-1D4F-4552-B799-615DD237B6DE}"/>
          </ac:spMkLst>
        </pc:spChg>
        <pc:spChg chg="add del">
          <ac:chgData name="#HO JIA XUAN VALERIE#" userId="b1fc29a4-6e29-4132-bd56-5dc7305f109a" providerId="ADAL" clId="{99ECC916-BDB9-4BED-8DEF-072887977EDF}" dt="2025-11-24T05:11:25.116" v="379" actId="26606"/>
          <ac:spMkLst>
            <pc:docMk/>
            <pc:sldMk cId="3356456359" sldId="273"/>
            <ac:spMk id="1033" creationId="{92BE0106-0C20-465B-A1BE-0BAC2737B1AD}"/>
          </ac:spMkLst>
        </pc:spChg>
        <pc:spChg chg="add del">
          <ac:chgData name="#HO JIA XUAN VALERIE#" userId="b1fc29a4-6e29-4132-bd56-5dc7305f109a" providerId="ADAL" clId="{99ECC916-BDB9-4BED-8DEF-072887977EDF}" dt="2025-11-24T05:11:29.790" v="381" actId="26606"/>
          <ac:spMkLst>
            <pc:docMk/>
            <pc:sldMk cId="3356456359" sldId="273"/>
            <ac:spMk id="1035" creationId="{0EC38958-9A69-239A-BA79-2AEC73345F4B}"/>
          </ac:spMkLst>
        </pc:spChg>
        <pc:spChg chg="add del">
          <ac:chgData name="#HO JIA XUAN VALERIE#" userId="b1fc29a4-6e29-4132-bd56-5dc7305f109a" providerId="ADAL" clId="{99ECC916-BDB9-4BED-8DEF-072887977EDF}" dt="2025-11-24T05:11:29.790" v="381" actId="26606"/>
          <ac:spMkLst>
            <pc:docMk/>
            <pc:sldMk cId="3356456359" sldId="273"/>
            <ac:spMk id="1036" creationId="{6EC109E5-0396-8968-4F42-DFEC280363B6}"/>
          </ac:spMkLst>
        </pc:spChg>
        <pc:picChg chg="mod">
          <ac:chgData name="#HO JIA XUAN VALERIE#" userId="b1fc29a4-6e29-4132-bd56-5dc7305f109a" providerId="ADAL" clId="{99ECC916-BDB9-4BED-8DEF-072887977EDF}" dt="2025-11-24T06:10:44.413" v="797" actId="1076"/>
          <ac:picMkLst>
            <pc:docMk/>
            <pc:sldMk cId="3356456359" sldId="273"/>
            <ac:picMk id="1026" creationId="{17078D07-927E-385B-2C65-61C906F17DD0}"/>
          </ac:picMkLst>
        </pc:picChg>
      </pc:sldChg>
    </pc:docChg>
  </pc:docChgLst>
  <pc:docChgLst>
    <pc:chgData name="#HO JIA XUAN VALERIE#" userId="S::s250053@e.ntu.edu.sg::b1fc29a4-6e29-4132-bd56-5dc7305f109a" providerId="AD" clId="Web-{93E3DB3A-EC52-0F81-B71E-85C2DD1A0AC8}"/>
    <pc:docChg chg="addSld modSld">
      <pc:chgData name="#HO JIA XUAN VALERIE#" userId="S::s250053@e.ntu.edu.sg::b1fc29a4-6e29-4132-bd56-5dc7305f109a" providerId="AD" clId="Web-{93E3DB3A-EC52-0F81-B71E-85C2DD1A0AC8}" dt="2025-11-24T04:50:20.524" v="560" actId="20577"/>
      <pc:docMkLst>
        <pc:docMk/>
      </pc:docMkLst>
      <pc:sldChg chg="modNotes">
        <pc:chgData name="#HO JIA XUAN VALERIE#" userId="S::s250053@e.ntu.edu.sg::b1fc29a4-6e29-4132-bd56-5dc7305f109a" providerId="AD" clId="Web-{93E3DB3A-EC52-0F81-B71E-85C2DD1A0AC8}" dt="2025-11-24T04:20:07.332" v="365"/>
        <pc:sldMkLst>
          <pc:docMk/>
          <pc:sldMk cId="1476282730" sldId="258"/>
        </pc:sldMkLst>
      </pc:sldChg>
      <pc:sldChg chg="addSp delSp modSp mod setBg">
        <pc:chgData name="#HO JIA XUAN VALERIE#" userId="S::s250053@e.ntu.edu.sg::b1fc29a4-6e29-4132-bd56-5dc7305f109a" providerId="AD" clId="Web-{93E3DB3A-EC52-0F81-B71E-85C2DD1A0AC8}" dt="2025-11-24T03:49:16.013" v="179"/>
        <pc:sldMkLst>
          <pc:docMk/>
          <pc:sldMk cId="3966905524" sldId="266"/>
        </pc:sldMkLst>
        <pc:spChg chg="mod">
          <ac:chgData name="#HO JIA XUAN VALERIE#" userId="S::s250053@e.ntu.edu.sg::b1fc29a4-6e29-4132-bd56-5dc7305f109a" providerId="AD" clId="Web-{93E3DB3A-EC52-0F81-B71E-85C2DD1A0AC8}" dt="2025-11-24T03:49:16.013" v="179"/>
          <ac:spMkLst>
            <pc:docMk/>
            <pc:sldMk cId="3966905524" sldId="266"/>
            <ac:spMk id="2" creationId="{3A510CBF-74CA-D77E-12D8-2B2E2A361DC2}"/>
          </ac:spMkLst>
        </pc:spChg>
        <pc:spChg chg="mod ord">
          <ac:chgData name="#HO JIA XUAN VALERIE#" userId="S::s250053@e.ntu.edu.sg::b1fc29a4-6e29-4132-bd56-5dc7305f109a" providerId="AD" clId="Web-{93E3DB3A-EC52-0F81-B71E-85C2DD1A0AC8}" dt="2025-11-24T03:49:16.013" v="179"/>
          <ac:spMkLst>
            <pc:docMk/>
            <pc:sldMk cId="3966905524" sldId="266"/>
            <ac:spMk id="3" creationId="{43CD0632-1021-0DC8-E96B-5BDD8C013D26}"/>
          </ac:spMkLst>
        </pc:spChg>
        <pc:spChg chg="add del">
          <ac:chgData name="#HO JIA XUAN VALERIE#" userId="S::s250053@e.ntu.edu.sg::b1fc29a4-6e29-4132-bd56-5dc7305f109a" providerId="AD" clId="Web-{93E3DB3A-EC52-0F81-B71E-85C2DD1A0AC8}" dt="2025-11-24T03:49:16.013" v="179"/>
          <ac:spMkLst>
            <pc:docMk/>
            <pc:sldMk cId="3966905524" sldId="266"/>
            <ac:spMk id="14" creationId="{839C2F19-8FC2-4576-A76C-228178053632}"/>
          </ac:spMkLst>
        </pc:spChg>
        <pc:spChg chg="add del">
          <ac:chgData name="#HO JIA XUAN VALERIE#" userId="S::s250053@e.ntu.edu.sg::b1fc29a4-6e29-4132-bd56-5dc7305f109a" providerId="AD" clId="Web-{93E3DB3A-EC52-0F81-B71E-85C2DD1A0AC8}" dt="2025-11-24T03:49:16.013" v="179"/>
          <ac:spMkLst>
            <pc:docMk/>
            <pc:sldMk cId="3966905524" sldId="266"/>
            <ac:spMk id="16" creationId="{2CA7A481-09B7-459B-9BA1-EA1BEB4FC247}"/>
          </ac:spMkLst>
        </pc:spChg>
        <pc:picChg chg="mod">
          <ac:chgData name="#HO JIA XUAN VALERIE#" userId="S::s250053@e.ntu.edu.sg::b1fc29a4-6e29-4132-bd56-5dc7305f109a" providerId="AD" clId="Web-{93E3DB3A-EC52-0F81-B71E-85C2DD1A0AC8}" dt="2025-11-24T03:49:16.013" v="179"/>
          <ac:picMkLst>
            <pc:docMk/>
            <pc:sldMk cId="3966905524" sldId="266"/>
            <ac:picMk id="8" creationId="{151D5278-8B0F-9CA9-AE39-0371FAF88E6F}"/>
          </ac:picMkLst>
        </pc:picChg>
        <pc:picChg chg="mod">
          <ac:chgData name="#HO JIA XUAN VALERIE#" userId="S::s250053@e.ntu.edu.sg::b1fc29a4-6e29-4132-bd56-5dc7305f109a" providerId="AD" clId="Web-{93E3DB3A-EC52-0F81-B71E-85C2DD1A0AC8}" dt="2025-11-24T03:49:16.013" v="179"/>
          <ac:picMkLst>
            <pc:docMk/>
            <pc:sldMk cId="3966905524" sldId="266"/>
            <ac:picMk id="9" creationId="{354CF518-4DD9-7C81-404E-870A985D731E}"/>
          </ac:picMkLst>
        </pc:picChg>
      </pc:sldChg>
      <pc:sldChg chg="addSp delSp modSp mod setBg">
        <pc:chgData name="#HO JIA XUAN VALERIE#" userId="S::s250053@e.ntu.edu.sg::b1fc29a4-6e29-4132-bd56-5dc7305f109a" providerId="AD" clId="Web-{93E3DB3A-EC52-0F81-B71E-85C2DD1A0AC8}" dt="2025-11-24T03:48:40.903" v="177"/>
        <pc:sldMkLst>
          <pc:docMk/>
          <pc:sldMk cId="421493191" sldId="269"/>
        </pc:sldMkLst>
        <pc:spChg chg="mod">
          <ac:chgData name="#HO JIA XUAN VALERIE#" userId="S::s250053@e.ntu.edu.sg::b1fc29a4-6e29-4132-bd56-5dc7305f109a" providerId="AD" clId="Web-{93E3DB3A-EC52-0F81-B71E-85C2DD1A0AC8}" dt="2025-11-24T03:48:40.903" v="177"/>
          <ac:spMkLst>
            <pc:docMk/>
            <pc:sldMk cId="421493191" sldId="269"/>
            <ac:spMk id="2" creationId="{2CE53874-A2D2-9CF5-64DC-D473C0760B65}"/>
          </ac:spMkLst>
        </pc:spChg>
        <pc:spChg chg="mod ord">
          <ac:chgData name="#HO JIA XUAN VALERIE#" userId="S::s250053@e.ntu.edu.sg::b1fc29a4-6e29-4132-bd56-5dc7305f109a" providerId="AD" clId="Web-{93E3DB3A-EC52-0F81-B71E-85C2DD1A0AC8}" dt="2025-11-24T03:48:40.903" v="177"/>
          <ac:spMkLst>
            <pc:docMk/>
            <pc:sldMk cId="421493191" sldId="269"/>
            <ac:spMk id="3" creationId="{5F7C1CA8-AE8F-A59A-77EA-488627ADB7CC}"/>
          </ac:spMkLst>
        </pc:spChg>
        <pc:spChg chg="add del">
          <ac:chgData name="#HO JIA XUAN VALERIE#" userId="S::s250053@e.ntu.edu.sg::b1fc29a4-6e29-4132-bd56-5dc7305f109a" providerId="AD" clId="Web-{93E3DB3A-EC52-0F81-B71E-85C2DD1A0AC8}" dt="2025-11-24T03:48:33.559" v="175"/>
          <ac:spMkLst>
            <pc:docMk/>
            <pc:sldMk cId="421493191" sldId="269"/>
            <ac:spMk id="13" creationId="{34C0330F-1D4F-4552-B799-615DD237B6DE}"/>
          </ac:spMkLst>
        </pc:spChg>
        <pc:spChg chg="add del">
          <ac:chgData name="#HO JIA XUAN VALERIE#" userId="S::s250053@e.ntu.edu.sg::b1fc29a4-6e29-4132-bd56-5dc7305f109a" providerId="AD" clId="Web-{93E3DB3A-EC52-0F81-B71E-85C2DD1A0AC8}" dt="2025-11-24T03:48:33.559" v="175"/>
          <ac:spMkLst>
            <pc:docMk/>
            <pc:sldMk cId="421493191" sldId="269"/>
            <ac:spMk id="15" creationId="{92BE0106-0C20-465B-A1BE-0BAC2737B1AD}"/>
          </ac:spMkLst>
        </pc:spChg>
        <pc:spChg chg="add del">
          <ac:chgData name="#HO JIA XUAN VALERIE#" userId="S::s250053@e.ntu.edu.sg::b1fc29a4-6e29-4132-bd56-5dc7305f109a" providerId="AD" clId="Web-{93E3DB3A-EC52-0F81-B71E-85C2DD1A0AC8}" dt="2025-11-24T03:48:40.903" v="177"/>
          <ac:spMkLst>
            <pc:docMk/>
            <pc:sldMk cId="421493191" sldId="269"/>
            <ac:spMk id="17" creationId="{C1A59FC6-29E7-4618-829A-36CC011E5587}"/>
          </ac:spMkLst>
        </pc:spChg>
        <pc:spChg chg="add del">
          <ac:chgData name="#HO JIA XUAN VALERIE#" userId="S::s250053@e.ntu.edu.sg::b1fc29a4-6e29-4132-bd56-5dc7305f109a" providerId="AD" clId="Web-{93E3DB3A-EC52-0F81-B71E-85C2DD1A0AC8}" dt="2025-11-24T03:48:40.903" v="177"/>
          <ac:spMkLst>
            <pc:docMk/>
            <pc:sldMk cId="421493191" sldId="269"/>
            <ac:spMk id="18" creationId="{BF447FC5-81F5-498F-B253-3D2BBDD2E64A}"/>
          </ac:spMkLst>
        </pc:spChg>
        <pc:spChg chg="add del">
          <ac:chgData name="#HO JIA XUAN VALERIE#" userId="S::s250053@e.ntu.edu.sg::b1fc29a4-6e29-4132-bd56-5dc7305f109a" providerId="AD" clId="Web-{93E3DB3A-EC52-0F81-B71E-85C2DD1A0AC8}" dt="2025-11-24T03:48:40.903" v="177"/>
          <ac:spMkLst>
            <pc:docMk/>
            <pc:sldMk cId="421493191" sldId="269"/>
            <ac:spMk id="19" creationId="{A183D605-F0BC-4923-9BAD-8F2204285B7C}"/>
          </ac:spMkLst>
        </pc:spChg>
        <pc:picChg chg="mod ord">
          <ac:chgData name="#HO JIA XUAN VALERIE#" userId="S::s250053@e.ntu.edu.sg::b1fc29a4-6e29-4132-bd56-5dc7305f109a" providerId="AD" clId="Web-{93E3DB3A-EC52-0F81-B71E-85C2DD1A0AC8}" dt="2025-11-24T03:48:40.903" v="177"/>
          <ac:picMkLst>
            <pc:docMk/>
            <pc:sldMk cId="421493191" sldId="269"/>
            <ac:picMk id="7" creationId="{8F556ADC-1E59-39B6-C01B-4C7254A478C6}"/>
          </ac:picMkLst>
        </pc:picChg>
        <pc:picChg chg="mod">
          <ac:chgData name="#HO JIA XUAN VALERIE#" userId="S::s250053@e.ntu.edu.sg::b1fc29a4-6e29-4132-bd56-5dc7305f109a" providerId="AD" clId="Web-{93E3DB3A-EC52-0F81-B71E-85C2DD1A0AC8}" dt="2025-11-24T03:48:40.903" v="177"/>
          <ac:picMkLst>
            <pc:docMk/>
            <pc:sldMk cId="421493191" sldId="269"/>
            <ac:picMk id="8" creationId="{AD0554A7-FD44-7BEB-7572-CAAF2169A02B}"/>
          </ac:picMkLst>
        </pc:picChg>
      </pc:sldChg>
      <pc:sldChg chg="addSp modSp mod setBg">
        <pc:chgData name="#HO JIA XUAN VALERIE#" userId="S::s250053@e.ntu.edu.sg::b1fc29a4-6e29-4132-bd56-5dc7305f109a" providerId="AD" clId="Web-{93E3DB3A-EC52-0F81-B71E-85C2DD1A0AC8}" dt="2025-11-24T04:28:49.190" v="411" actId="20577"/>
        <pc:sldMkLst>
          <pc:docMk/>
          <pc:sldMk cId="1228371571" sldId="270"/>
        </pc:sldMkLst>
        <pc:spChg chg="mod">
          <ac:chgData name="#HO JIA XUAN VALERIE#" userId="S::s250053@e.ntu.edu.sg::b1fc29a4-6e29-4132-bd56-5dc7305f109a" providerId="AD" clId="Web-{93E3DB3A-EC52-0F81-B71E-85C2DD1A0AC8}" dt="2025-11-24T03:47:47.746" v="168"/>
          <ac:spMkLst>
            <pc:docMk/>
            <pc:sldMk cId="1228371571" sldId="270"/>
            <ac:spMk id="2" creationId="{CA1EB131-57AF-9C41-B305-931D1D0A84C5}"/>
          </ac:spMkLst>
        </pc:spChg>
        <pc:spChg chg="mod ord">
          <ac:chgData name="#HO JIA XUAN VALERIE#" userId="S::s250053@e.ntu.edu.sg::b1fc29a4-6e29-4132-bd56-5dc7305f109a" providerId="AD" clId="Web-{93E3DB3A-EC52-0F81-B71E-85C2DD1A0AC8}" dt="2025-11-24T04:28:49.190" v="411" actId="20577"/>
          <ac:spMkLst>
            <pc:docMk/>
            <pc:sldMk cId="1228371571" sldId="270"/>
            <ac:spMk id="3" creationId="{8E84080B-6A03-8435-19DE-7EA99231B6A7}"/>
          </ac:spMkLst>
        </pc:spChg>
        <pc:spChg chg="add">
          <ac:chgData name="#HO JIA XUAN VALERIE#" userId="S::s250053@e.ntu.edu.sg::b1fc29a4-6e29-4132-bd56-5dc7305f109a" providerId="AD" clId="Web-{93E3DB3A-EC52-0F81-B71E-85C2DD1A0AC8}" dt="2025-11-24T03:47:47.746" v="168"/>
          <ac:spMkLst>
            <pc:docMk/>
            <pc:sldMk cId="1228371571" sldId="270"/>
            <ac:spMk id="9" creationId="{9E10BDB4-64F2-477D-A03B-9F8352D5E02E}"/>
          </ac:spMkLst>
        </pc:spChg>
        <pc:spChg chg="add">
          <ac:chgData name="#HO JIA XUAN VALERIE#" userId="S::s250053@e.ntu.edu.sg::b1fc29a4-6e29-4132-bd56-5dc7305f109a" providerId="AD" clId="Web-{93E3DB3A-EC52-0F81-B71E-85C2DD1A0AC8}" dt="2025-11-24T03:47:47.746" v="168"/>
          <ac:spMkLst>
            <pc:docMk/>
            <pc:sldMk cId="1228371571" sldId="270"/>
            <ac:spMk id="11" creationId="{887F59F2-5FBC-40CD-AD35-376AECE49EA6}"/>
          </ac:spMkLst>
        </pc:spChg>
        <pc:spChg chg="add">
          <ac:chgData name="#HO JIA XUAN VALERIE#" userId="S::s250053@e.ntu.edu.sg::b1fc29a4-6e29-4132-bd56-5dc7305f109a" providerId="AD" clId="Web-{93E3DB3A-EC52-0F81-B71E-85C2DD1A0AC8}" dt="2025-11-24T03:47:47.746" v="168"/>
          <ac:spMkLst>
            <pc:docMk/>
            <pc:sldMk cId="1228371571" sldId="270"/>
            <ac:spMk id="13" creationId="{7271C494-8107-3D61-D611-4FBC7C22A2B8}"/>
          </ac:spMkLst>
        </pc:spChg>
        <pc:picChg chg="add mod">
          <ac:chgData name="#HO JIA XUAN VALERIE#" userId="S::s250053@e.ntu.edu.sg::b1fc29a4-6e29-4132-bd56-5dc7305f109a" providerId="AD" clId="Web-{93E3DB3A-EC52-0F81-B71E-85C2DD1A0AC8}" dt="2025-11-24T03:48:09.277" v="173" actId="1076"/>
          <ac:picMkLst>
            <pc:docMk/>
            <pc:sldMk cId="1228371571" sldId="270"/>
            <ac:picMk id="4" creationId="{4D15BE1A-EFDD-52DF-E782-0F645B58CB5A}"/>
          </ac:picMkLst>
        </pc:picChg>
      </pc:sldChg>
      <pc:sldChg chg="modSp add replId">
        <pc:chgData name="#HO JIA XUAN VALERIE#" userId="S::s250053@e.ntu.edu.sg::b1fc29a4-6e29-4132-bd56-5dc7305f109a" providerId="AD" clId="Web-{93E3DB3A-EC52-0F81-B71E-85C2DD1A0AC8}" dt="2025-11-24T04:28:27.955" v="406" actId="20577"/>
        <pc:sldMkLst>
          <pc:docMk/>
          <pc:sldMk cId="2948191782" sldId="271"/>
        </pc:sldMkLst>
        <pc:spChg chg="mod">
          <ac:chgData name="#HO JIA XUAN VALERIE#" userId="S::s250053@e.ntu.edu.sg::b1fc29a4-6e29-4132-bd56-5dc7305f109a" providerId="AD" clId="Web-{93E3DB3A-EC52-0F81-B71E-85C2DD1A0AC8}" dt="2025-11-24T04:28:27.955" v="406" actId="20577"/>
          <ac:spMkLst>
            <pc:docMk/>
            <pc:sldMk cId="2948191782" sldId="271"/>
            <ac:spMk id="3" creationId="{9C8E6417-67BE-45C3-E3FD-166AB70D554A}"/>
          </ac:spMkLst>
        </pc:spChg>
      </pc:sldChg>
      <pc:sldChg chg="addSp delSp modSp add replId">
        <pc:chgData name="#HO JIA XUAN VALERIE#" userId="S::s250053@e.ntu.edu.sg::b1fc29a4-6e29-4132-bd56-5dc7305f109a" providerId="AD" clId="Web-{93E3DB3A-EC52-0F81-B71E-85C2DD1A0AC8}" dt="2025-11-24T04:50:20.524" v="560" actId="20577"/>
        <pc:sldMkLst>
          <pc:docMk/>
          <pc:sldMk cId="4206125953" sldId="272"/>
        </pc:sldMkLst>
        <pc:spChg chg="mod">
          <ac:chgData name="#HO JIA XUAN VALERIE#" userId="S::s250053@e.ntu.edu.sg::b1fc29a4-6e29-4132-bd56-5dc7305f109a" providerId="AD" clId="Web-{93E3DB3A-EC52-0F81-B71E-85C2DD1A0AC8}" dt="2025-11-24T04:50:20.524" v="560" actId="20577"/>
          <ac:spMkLst>
            <pc:docMk/>
            <pc:sldMk cId="4206125953" sldId="272"/>
            <ac:spMk id="3" creationId="{4E99DC3B-1575-172A-80C7-D3E6E341C9D2}"/>
          </ac:spMkLst>
        </pc:spChg>
        <pc:picChg chg="del">
          <ac:chgData name="#HO JIA XUAN VALERIE#" userId="S::s250053@e.ntu.edu.sg::b1fc29a4-6e29-4132-bd56-5dc7305f109a" providerId="AD" clId="Web-{93E3DB3A-EC52-0F81-B71E-85C2DD1A0AC8}" dt="2025-11-24T04:40:59.845" v="413"/>
          <ac:picMkLst>
            <pc:docMk/>
            <pc:sldMk cId="4206125953" sldId="272"/>
            <ac:picMk id="4" creationId="{F4343435-A2AC-C713-7C3C-E57853D19D02}"/>
          </ac:picMkLst>
        </pc:picChg>
        <pc:picChg chg="add del mod">
          <ac:chgData name="#HO JIA XUAN VALERIE#" userId="S::s250053@e.ntu.edu.sg::b1fc29a4-6e29-4132-bd56-5dc7305f109a" providerId="AD" clId="Web-{93E3DB3A-EC52-0F81-B71E-85C2DD1A0AC8}" dt="2025-11-24T04:45:40.821" v="494"/>
          <ac:picMkLst>
            <pc:docMk/>
            <pc:sldMk cId="4206125953" sldId="272"/>
            <ac:picMk id="5" creationId="{08DF409C-B4CA-9343-F010-1B1FC19BE0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243EC-9A9D-49B1-9ECA-B31E2065B9C8}" type="datetimeFigureOut">
              <a:t>2025/12/10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6A268E-06ED-4639-B90B-CD2560937C4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509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9F52C-C81E-E05A-F589-4BA62EBB5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46079-AB3C-401B-B8B2-DAA2F38BE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E8697-CD37-3875-7BAF-ECCC20F17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52E59-E2B7-E2D3-8ADE-2475B0710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A268E-06ED-4639-B90B-CD2560937C4F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7269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A268E-06ED-4639-B90B-CD2560937C4F}" type="slidenum">
              <a:rPr lang="en-US" altLang="zh-CN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885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A268E-06ED-4639-B90B-CD2560937C4F}" type="slidenum">
              <a:rPr lang="en-US" altLang="zh-CN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340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9EB7F-C026-2271-8928-F95677BBE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7E2CBA-5238-521C-B70E-4D9739B99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AF5298-7813-F159-5DE9-9FC1BC576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C0B3D4-B3DD-B202-ADA5-16C935819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A268E-06ED-4639-B90B-CD2560937C4F}" type="slidenum">
              <a:rPr lang="en-US" altLang="zh-CN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479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7A2E-8DBE-9BE4-FD28-BA4F11772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586B82-9D36-432C-866E-1C116DB09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6529FD-0FCA-A8D9-6BDC-48F32BFBA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702E0B-994B-4DDE-7E26-C135F3532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A268E-06ED-4639-B90B-CD2560937C4F}" type="slidenum">
              <a:rPr lang="en-US" altLang="zh-CN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221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7CCC-ED7B-1D36-04BE-5279BB779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DFDA14-6956-7F5A-AE4F-F2199B54F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393020-BAD8-4F4B-65A1-72D16946B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75CD42-2907-E6AA-8281-EF5B84CC5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A268E-06ED-4639-B90B-CD2560937C4F}" type="slidenum">
              <a:rPr lang="en-US" altLang="zh-CN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184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D20AE-E0B6-CD38-24CA-139A3B48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BBC5B6-18E1-F182-6024-386BB9E5C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3D0117-3891-0CAB-B86D-0588919B0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B5E801-82D2-0030-EF2A-B4E1336FE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A268E-06ED-4639-B90B-CD2560937C4F}" type="slidenum">
              <a:rPr lang="en-US" altLang="zh-CN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335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6CEFF-19E8-1FDD-A849-B13C1B3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0CADDF-E953-6C18-A096-FC540FE05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9F6672-0635-7BD5-7C4A-DA7C2C9D2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B131CE-1FF4-19F7-A5B0-FA463790E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A268E-06ED-4639-B90B-CD2560937C4F}" type="slidenum">
              <a:rPr lang="en-US" altLang="zh-CN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588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25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4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36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92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7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5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67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54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3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D4AFD-1896-4B13-AAD1-6D8C88964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330A-7F99-54A1-E90B-6B3188FD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978408"/>
            <a:ext cx="11149583" cy="1463040"/>
          </a:xfrm>
        </p:spPr>
        <p:txBody>
          <a:bodyPr>
            <a:normAutofit/>
          </a:bodyPr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D9872-2FB8-7E0A-99D6-30F460859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6" y="2209800"/>
            <a:ext cx="11149585" cy="456139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/>
              <a:t>Community Detection – </a:t>
            </a:r>
            <a:r>
              <a:rPr lang="en-US" altLang="zh-CN" sz="1600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Modularity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1600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Maximization</a:t>
            </a:r>
            <a:endParaRPr lang="en-US" sz="1700" dirty="0"/>
          </a:p>
          <a:p>
            <a:pPr>
              <a:lnSpc>
                <a:spcPct val="100000"/>
              </a:lnSpc>
            </a:pPr>
            <a:r>
              <a:rPr lang="en" altLang="zh-CN" sz="1600" dirty="0"/>
              <a:t>Community structure detection by maximizing modularity </a:t>
            </a:r>
          </a:p>
          <a:p>
            <a:pPr lvl="1">
              <a:lnSpc>
                <a:spcPct val="100000"/>
              </a:lnSpc>
            </a:pPr>
            <a:r>
              <a:rPr lang="en" altLang="zh-CN" sz="1700" dirty="0"/>
              <a:t>dense connections within communities, sparse between communities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Steps: </a:t>
            </a:r>
          </a:p>
          <a:p>
            <a:pPr lvl="1">
              <a:lnSpc>
                <a:spcPct val="100000"/>
              </a:lnSpc>
            </a:pPr>
            <a:r>
              <a:rPr lang="en" altLang="zh-CN" sz="1800" dirty="0"/>
              <a:t>For every possible merge (or node move between communities), compute the change in modularity if that merge/move is made.</a:t>
            </a:r>
          </a:p>
          <a:p>
            <a:pPr lvl="1">
              <a:lnSpc>
                <a:spcPct val="100000"/>
              </a:lnSpc>
            </a:pPr>
            <a:r>
              <a:rPr lang="en" altLang="zh-CN" sz="1800" dirty="0"/>
              <a:t>Find the merge (or node move) that gives the largest positive</a:t>
            </a:r>
            <a:r>
              <a:rPr lang="en-US" altLang="zh-CN" sz="1800" dirty="0"/>
              <a:t> </a:t>
            </a:r>
            <a:r>
              <a:rPr lang="en" altLang="zh-CN" sz="1800" dirty="0"/>
              <a:t>and update the community structure accordingly.</a:t>
            </a:r>
          </a:p>
          <a:p>
            <a:pPr lvl="1">
              <a:lnSpc>
                <a:spcPct val="100000"/>
              </a:lnSpc>
            </a:pPr>
            <a:r>
              <a:rPr lang="en" altLang="zh-CN" sz="1800" dirty="0"/>
              <a:t>Recalculate modularity gains for the new community structure, and repeat Step 2 &amp; 3 until no operation can further increase modularity.</a:t>
            </a:r>
          </a:p>
          <a:p>
            <a:pPr lvl="1">
              <a:lnSpc>
                <a:spcPct val="100000"/>
              </a:lnSpc>
            </a:pPr>
            <a:r>
              <a:rPr lang="en" altLang="zh-CN" sz="1800" dirty="0"/>
              <a:t>Among all intermediate partitions during the process, choose the one with the highest modularity as the final community structure.</a:t>
            </a:r>
          </a:p>
        </p:txBody>
      </p:sp>
    </p:spTree>
    <p:extLst>
      <p:ext uri="{BB962C8B-B14F-4D97-AF65-F5344CB8AC3E}">
        <p14:creationId xmlns:p14="http://schemas.microsoft.com/office/powerpoint/2010/main" val="1183932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66445-932B-F41A-2B69-B9284D05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ED7BD-9FCB-1621-9DBA-0589D2F9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</a:t>
            </a:r>
            <a:r>
              <a:rPr lang="zh-CN" altLang="en-US" dirty="0"/>
              <a:t> </a:t>
            </a:r>
            <a:r>
              <a:rPr lang="en-US" altLang="zh-CN" dirty="0"/>
              <a:t>Detection: Louvain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008EAD-05C8-6266-5436-2393E9BA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09800"/>
            <a:ext cx="11155680" cy="4136136"/>
          </a:xfrm>
        </p:spPr>
        <p:txBody>
          <a:bodyPr/>
          <a:lstStyle/>
          <a:p>
            <a:r>
              <a:rPr lang="en-GB" dirty="0"/>
              <a:t>Number of Communities: 36</a:t>
            </a:r>
          </a:p>
          <a:p>
            <a:r>
              <a:rPr lang="en-GB" dirty="0"/>
              <a:t>Modularity Score: 0.828</a:t>
            </a:r>
          </a:p>
          <a:p>
            <a:r>
              <a:rPr lang="en-GB" dirty="0"/>
              <a:t>Total Internal Edges: 1424</a:t>
            </a:r>
          </a:p>
          <a:p>
            <a:r>
              <a:rPr lang="en-GB" dirty="0"/>
              <a:t>Avg. Internal Density of Communities: 0.081</a:t>
            </a:r>
          </a:p>
        </p:txBody>
      </p:sp>
      <p:pic>
        <p:nvPicPr>
          <p:cNvPr id="9" name="图片 8" descr="电脑萤幕画面&#10;&#10;AI 生成的内容可能不正确。">
            <a:extLst>
              <a:ext uri="{FF2B5EF4-FFF2-40B4-BE49-F238E27FC236}">
                <a16:creationId xmlns:a16="http://schemas.microsoft.com/office/drawing/2014/main" id="{E26CF7D9-D570-ABB2-FC3E-D1AE1A1CB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600200"/>
            <a:ext cx="7318283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03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25819-B44B-10E9-2DA6-D133C489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8298-255C-582D-8C78-E1FF27B8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</a:t>
            </a:r>
            <a:r>
              <a:rPr lang="zh-CN" altLang="en-US" dirty="0"/>
              <a:t> </a:t>
            </a:r>
            <a:r>
              <a:rPr lang="en-US" altLang="zh-CN" dirty="0"/>
              <a:t>Detection: Leiden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309A38-C900-CEA0-9665-022B5B633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09800"/>
            <a:ext cx="11155680" cy="4136136"/>
          </a:xfrm>
        </p:spPr>
        <p:txBody>
          <a:bodyPr/>
          <a:lstStyle/>
          <a:p>
            <a:r>
              <a:rPr lang="en-GB" dirty="0"/>
              <a:t>Number of Communities: 33</a:t>
            </a:r>
          </a:p>
          <a:p>
            <a:r>
              <a:rPr lang="en-GB" dirty="0"/>
              <a:t>Modularity Score: 0.789</a:t>
            </a:r>
          </a:p>
          <a:p>
            <a:r>
              <a:rPr lang="en-GB" dirty="0"/>
              <a:t>Total Internal Edges: 1567</a:t>
            </a:r>
          </a:p>
          <a:p>
            <a:r>
              <a:rPr lang="en-GB" dirty="0"/>
              <a:t>Avg. Internal Density of Communities: 0.093</a:t>
            </a:r>
          </a:p>
        </p:txBody>
      </p:sp>
      <p:pic>
        <p:nvPicPr>
          <p:cNvPr id="9" name="图片 8" descr="电脑萤幕画面&#10;&#10;AI 生成的内容可能不正确。">
            <a:extLst>
              <a:ext uri="{FF2B5EF4-FFF2-40B4-BE49-F238E27FC236}">
                <a16:creationId xmlns:a16="http://schemas.microsoft.com/office/drawing/2014/main" id="{990FA41F-7B91-13EC-E9DB-6D3FDD1A4F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600200"/>
            <a:ext cx="73152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78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36F7C-9B2A-461D-7B96-AD56D1CFB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Detections: Comparison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AE6B2BB-CC78-7621-422A-CEB41FE52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343765"/>
              </p:ext>
            </p:extLst>
          </p:nvPr>
        </p:nvGraphicFramePr>
        <p:xfrm>
          <a:off x="520700" y="2217420"/>
          <a:ext cx="1115695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390">
                  <a:extLst>
                    <a:ext uri="{9D8B030D-6E8A-4147-A177-3AD203B41FA5}">
                      <a16:colId xmlns:a16="http://schemas.microsoft.com/office/drawing/2014/main" val="327898411"/>
                    </a:ext>
                  </a:extLst>
                </a:gridCol>
                <a:gridCol w="2231390">
                  <a:extLst>
                    <a:ext uri="{9D8B030D-6E8A-4147-A177-3AD203B41FA5}">
                      <a16:colId xmlns:a16="http://schemas.microsoft.com/office/drawing/2014/main" val="3885514554"/>
                    </a:ext>
                  </a:extLst>
                </a:gridCol>
                <a:gridCol w="2231390">
                  <a:extLst>
                    <a:ext uri="{9D8B030D-6E8A-4147-A177-3AD203B41FA5}">
                      <a16:colId xmlns:a16="http://schemas.microsoft.com/office/drawing/2014/main" val="923468058"/>
                    </a:ext>
                  </a:extLst>
                </a:gridCol>
                <a:gridCol w="2231390">
                  <a:extLst>
                    <a:ext uri="{9D8B030D-6E8A-4147-A177-3AD203B41FA5}">
                      <a16:colId xmlns:a16="http://schemas.microsoft.com/office/drawing/2014/main" val="3731488284"/>
                    </a:ext>
                  </a:extLst>
                </a:gridCol>
                <a:gridCol w="2231390">
                  <a:extLst>
                    <a:ext uri="{9D8B030D-6E8A-4147-A177-3AD203B41FA5}">
                      <a16:colId xmlns:a16="http://schemas.microsoft.com/office/drawing/2014/main" val="2994259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 dirty="0"/>
                        <a:t>Graph Structural Dismantling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 dirty="0"/>
                        <a:t>Label Propagation</a:t>
                      </a:r>
                      <a:endParaRPr lang="en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" altLang="zh-CN" dirty="0"/>
                        <a:t>Modularity Maximization</a:t>
                      </a:r>
                      <a:endParaRPr lang="zh-CN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421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Algorithms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Girvan-Newman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LPA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Louvain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Leiden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5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Number of Comm.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876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Modularity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0.693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0.828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0.789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90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Avg. Internal Density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0.073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0.071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0.081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0.093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640154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088549-8920-7FCD-5001-D9487C937A4F}"/>
              </a:ext>
            </a:extLst>
          </p:cNvPr>
          <p:cNvSpPr txBox="1">
            <a:spLocks/>
          </p:cNvSpPr>
          <p:nvPr/>
        </p:nvSpPr>
        <p:spPr>
          <a:xfrm>
            <a:off x="521208" y="4685333"/>
            <a:ext cx="11155680" cy="125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Modularity</a:t>
            </a:r>
            <a:r>
              <a:rPr lang="zh-CN" altLang="en-US" dirty="0"/>
              <a:t> </a:t>
            </a:r>
            <a:r>
              <a:rPr lang="en-US" altLang="zh-CN" dirty="0"/>
              <a:t>Maximization</a:t>
            </a:r>
            <a:r>
              <a:rPr lang="zh-CN" altLang="en-US" dirty="0"/>
              <a:t> </a:t>
            </a:r>
            <a:r>
              <a:rPr lang="en-US" altLang="zh-CN" dirty="0"/>
              <a:t>Method presents a more stable structure and high-quality performance</a:t>
            </a:r>
          </a:p>
          <a:p>
            <a:r>
              <a:rPr lang="en" altLang="zh-CN" b="1" dirty="0"/>
              <a:t>Leiden is adopted in later analysis</a:t>
            </a:r>
            <a:r>
              <a:rPr lang="en" altLang="zh-CN" dirty="0"/>
              <a:t> as it offers a </a:t>
            </a:r>
            <a:r>
              <a:rPr lang="en-US" altLang="zh-CN" dirty="0"/>
              <a:t>more balanced </a:t>
            </a:r>
            <a:r>
              <a:rPr lang="en" altLang="zh-CN" dirty="0"/>
              <a:t>overall </a:t>
            </a:r>
            <a:r>
              <a:rPr lang="en-US" altLang="zh-CN" dirty="0"/>
              <a:t>performance, with</a:t>
            </a:r>
            <a:r>
              <a:rPr lang="en" altLang="zh-CN" dirty="0"/>
              <a:t> a higher modularity, least fragmented</a:t>
            </a:r>
            <a:r>
              <a:rPr lang="zh-CN" altLang="en-US" dirty="0"/>
              <a:t> </a:t>
            </a:r>
            <a:r>
              <a:rPr lang="en-US" altLang="zh-CN" dirty="0"/>
              <a:t>structure, and the highest internal cohesion</a:t>
            </a:r>
            <a:r>
              <a:rPr lang="en" altLang="zh-CN" dirty="0"/>
              <a:t>.</a:t>
            </a:r>
            <a:endParaRPr lang="en-US" altLang="zh-CN" dirty="0"/>
          </a:p>
          <a:p>
            <a:endParaRPr lang="en-GB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C95EE5-2B86-5D2B-1DD4-7BA03732800C}"/>
              </a:ext>
            </a:extLst>
          </p:cNvPr>
          <p:cNvSpPr/>
          <p:nvPr/>
        </p:nvSpPr>
        <p:spPr>
          <a:xfrm>
            <a:off x="9187543" y="2057400"/>
            <a:ext cx="2656115" cy="239674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778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7708A-9B46-E48C-4F88-78368BBB3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20BDD-C798-36EF-B7D8-BD74D4B6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Analysis:</a:t>
            </a:r>
            <a:br>
              <a:rPr lang="en-US" altLang="zh-CN" dirty="0"/>
            </a:br>
            <a:r>
              <a:rPr lang="en-US" altLang="zh-CN" dirty="0"/>
              <a:t>Comm. Composition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5B818A-682D-FDF0-A53B-3ED95F17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7"/>
            <a:ext cx="6005519" cy="4101325"/>
          </a:xfrm>
        </p:spPr>
        <p:txBody>
          <a:bodyPr>
            <a:normAutofit/>
          </a:bodyPr>
          <a:lstStyle/>
          <a:p>
            <a:r>
              <a:rPr lang="en" altLang="zh-CN" dirty="0"/>
              <a:t>The subgraph has no giant clusters</a:t>
            </a:r>
            <a:r>
              <a:rPr lang="en-US" altLang="zh-CN" dirty="0"/>
              <a:t>, </a:t>
            </a:r>
            <a:r>
              <a:rPr lang="en" altLang="zh-CN" dirty="0"/>
              <a:t>indicating a multi-centric, multi-cluster structure</a:t>
            </a:r>
          </a:p>
          <a:p>
            <a:r>
              <a:rPr lang="en" altLang="zh-CN" dirty="0"/>
              <a:t>Most of the communities range from 20-30 nodes </a:t>
            </a:r>
          </a:p>
          <a:p>
            <a:pPr lvl="1"/>
            <a:r>
              <a:rPr lang="en" altLang="zh-CN" sz="1800" dirty="0"/>
              <a:t>community structure is dispersed with pronounced modularity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156FE2-EBE9-3BAA-9EB5-3570E29A6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5" t="396"/>
          <a:stretch>
            <a:fillRect/>
          </a:stretch>
        </p:blipFill>
        <p:spPr>
          <a:xfrm>
            <a:off x="6664036" y="501805"/>
            <a:ext cx="5034466" cy="60480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8063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6EA4-F20B-2E8B-8FF6-8388AEE53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2A2C-C524-5F42-AC56-9E8538844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Analysis:</a:t>
            </a:r>
            <a:br>
              <a:rPr lang="en-US" altLang="zh-CN" dirty="0"/>
            </a:br>
            <a:r>
              <a:rPr lang="en-US" altLang="zh-CN" dirty="0"/>
              <a:t>Comm. Composition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7FE20B-B574-E675-7B12-2E6C887B0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7"/>
            <a:ext cx="6005519" cy="4101325"/>
          </a:xfrm>
        </p:spPr>
        <p:txBody>
          <a:bodyPr>
            <a:normAutofit/>
          </a:bodyPr>
          <a:lstStyle/>
          <a:p>
            <a:r>
              <a:rPr lang="en" altLang="zh-CN" b="1" dirty="0"/>
              <a:t>pct(%)_products: </a:t>
            </a:r>
            <a:r>
              <a:rPr lang="en" altLang="zh-CN" dirty="0"/>
              <a:t>varies from 0.06 to 0.9+ </a:t>
            </a:r>
          </a:p>
          <a:p>
            <a:pPr lvl="1"/>
            <a:r>
              <a:rPr lang="en" altLang="zh-CN" dirty="0"/>
              <a:t>“product-heavy vs. customer-heavy” approaches: </a:t>
            </a:r>
          </a:p>
          <a:p>
            <a:pPr marL="457200" lvl="1" indent="0">
              <a:buNone/>
            </a:pPr>
            <a:r>
              <a:rPr lang="en" altLang="zh-CN" dirty="0"/>
              <a:t>1. </a:t>
            </a:r>
            <a:r>
              <a:rPr lang="en" altLang="zh-CN" b="1" dirty="0"/>
              <a:t>product-heavy</a:t>
            </a:r>
            <a:r>
              <a:rPr lang="en" altLang="zh-CN" dirty="0"/>
              <a:t>(% &gt; 0.5): A small number of customers connected to a large number of products.</a:t>
            </a:r>
            <a:endParaRPr lang="en-US" altLang="zh-CN" dirty="0"/>
          </a:p>
          <a:p>
            <a:pPr lvl="2"/>
            <a:r>
              <a:rPr lang="en-US" altLang="zh-CN" dirty="0"/>
              <a:t>Strong category depth &amp; relatively concentrated and possibly repetitive user behavior</a:t>
            </a:r>
          </a:p>
          <a:p>
            <a:pPr marL="457200" lvl="1" indent="0">
              <a:buNone/>
            </a:pPr>
            <a:r>
              <a:rPr lang="en" altLang="zh-CN" dirty="0"/>
              <a:t>2. </a:t>
            </a:r>
            <a:r>
              <a:rPr lang="en" altLang="zh-CN" b="1" dirty="0"/>
              <a:t>customer-heavy</a:t>
            </a:r>
            <a:r>
              <a:rPr lang="en" altLang="zh-CN" dirty="0"/>
              <a:t>(% &lt; 0.5): A large number of customers are concentrated around a relatively small number of products</a:t>
            </a:r>
            <a:endParaRPr lang="zh-CN" altLang="en-US" dirty="0"/>
          </a:p>
          <a:p>
            <a:pPr lvl="2"/>
            <a:r>
              <a:rPr lang="en" altLang="zh-CN" dirty="0"/>
              <a:t>Community behavior is determined by “user behavior patterns,” not by product structure</a:t>
            </a:r>
          </a:p>
          <a:p>
            <a:pPr marL="457200" lvl="1" indent="0">
              <a:buNone/>
            </a:pPr>
            <a:r>
              <a:rPr lang="en" altLang="zh-CN" dirty="0"/>
              <a:t>3. </a:t>
            </a:r>
            <a:r>
              <a:rPr lang="en" altLang="zh-CN" b="1" dirty="0"/>
              <a:t>mixed balanced cluster</a:t>
            </a:r>
            <a:r>
              <a:rPr lang="en" altLang="zh-CN" dirty="0"/>
              <a:t>(% ~ 0.5)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D76D39-A9DA-D0AD-4D41-6D1CE1CA84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5" t="396"/>
          <a:stretch>
            <a:fillRect/>
          </a:stretch>
        </p:blipFill>
        <p:spPr>
          <a:xfrm>
            <a:off x="6664036" y="501805"/>
            <a:ext cx="5034466" cy="60480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5704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E575-3242-6BC9-7A8B-4FDF18F24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6634D-324C-0CE6-00E1-35A493BAA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Analysis:</a:t>
            </a:r>
            <a:br>
              <a:rPr lang="en-US" altLang="zh-CN" dirty="0"/>
            </a:br>
            <a:r>
              <a:rPr lang="en-US" altLang="zh-CN" dirty="0"/>
              <a:t>Comm. Composition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178401-DADB-2155-0B5B-A8E0C3B86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7"/>
            <a:ext cx="6005519" cy="4101325"/>
          </a:xfrm>
        </p:spPr>
        <p:txBody>
          <a:bodyPr>
            <a:normAutofit/>
          </a:bodyPr>
          <a:lstStyle/>
          <a:p>
            <a:r>
              <a:rPr lang="en" altLang="zh-CN" b="1" dirty="0" err="1"/>
              <a:t>avg_degree</a:t>
            </a:r>
            <a:r>
              <a:rPr lang="en" altLang="zh-CN" dirty="0"/>
              <a:t>: extreme variation </a:t>
            </a:r>
          </a:p>
          <a:p>
            <a:pPr lvl="1"/>
            <a:r>
              <a:rPr lang="en" altLang="zh-CN" dirty="0"/>
              <a:t>some communities(&gt;5) are tightly knit while others(&lt;=3) exhibit extremely loose structures</a:t>
            </a:r>
          </a:p>
          <a:p>
            <a:pPr marL="457200" lvl="1" indent="0">
              <a:buNone/>
            </a:pPr>
            <a:r>
              <a:rPr lang="en" altLang="zh-CN" dirty="0"/>
              <a:t>1. </a:t>
            </a:r>
            <a:r>
              <a:rPr lang="en" altLang="zh-CN" b="1" dirty="0"/>
              <a:t>high-density</a:t>
            </a:r>
            <a:r>
              <a:rPr lang="en" altLang="zh-CN" dirty="0"/>
              <a:t>: stable structure with strong cohesion</a:t>
            </a:r>
          </a:p>
          <a:p>
            <a:pPr lvl="2"/>
            <a:r>
              <a:rPr lang="en" altLang="zh-CN" u="sng" dirty="0"/>
              <a:t>products:</a:t>
            </a:r>
            <a:r>
              <a:rPr lang="en" altLang="zh-CN" dirty="0"/>
              <a:t> reviewed by lots of users</a:t>
            </a:r>
          </a:p>
          <a:p>
            <a:pPr lvl="2"/>
            <a:r>
              <a:rPr lang="en" altLang="zh-CN" u="sng" dirty="0"/>
              <a:t>customers:</a:t>
            </a:r>
            <a:r>
              <a:rPr lang="en" altLang="zh-CN" dirty="0"/>
              <a:t> reviewing on products frequently/ posting high quality reviews(high numbers of "votes" &amp; "helpful")</a:t>
            </a:r>
          </a:p>
          <a:p>
            <a:pPr marL="457200" lvl="1" indent="0">
              <a:buNone/>
            </a:pPr>
            <a:r>
              <a:rPr lang="en" altLang="zh-CN" dirty="0"/>
              <a:t>2. </a:t>
            </a:r>
            <a:r>
              <a:rPr lang="en" altLang="zh-CN" b="1" dirty="0"/>
              <a:t>low-density</a:t>
            </a:r>
            <a:r>
              <a:rPr lang="en" altLang="zh-CN" dirty="0"/>
              <a:t>: loose structure &amp; diverse community connection --&gt; tends to be "explorative users" or "first-time customers"</a:t>
            </a:r>
          </a:p>
          <a:p>
            <a:pPr lvl="2"/>
            <a:r>
              <a:rPr lang="en" altLang="zh-CN" u="sng" dirty="0"/>
              <a:t>products:</a:t>
            </a:r>
            <a:r>
              <a:rPr lang="en" altLang="zh-CN" dirty="0"/>
              <a:t> niche products</a:t>
            </a:r>
            <a:endParaRPr lang="zh-CN" altLang="en-US" dirty="0"/>
          </a:p>
          <a:p>
            <a:pPr lvl="2"/>
            <a:r>
              <a:rPr lang="en" altLang="zh-CN" u="sng" dirty="0"/>
              <a:t>customers:</a:t>
            </a:r>
            <a:r>
              <a:rPr lang="en" altLang="zh-CN" dirty="0"/>
              <a:t> low engagements/ newcomers/ browsers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AF0E8C-7B87-B687-844F-2274D2A8BE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5" t="396"/>
          <a:stretch>
            <a:fillRect/>
          </a:stretch>
        </p:blipFill>
        <p:spPr>
          <a:xfrm>
            <a:off x="6664036" y="501805"/>
            <a:ext cx="5034466" cy="60480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2068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F3F47-C06F-C3FB-C393-A4740771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3205D-33C4-01E4-F624-9366DCA2B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US" altLang="zh-CN" dirty="0"/>
              <a:t>Analysis:</a:t>
            </a:r>
            <a:br>
              <a:rPr lang="en-US" altLang="zh-CN" dirty="0"/>
            </a:br>
            <a:r>
              <a:rPr lang="en-US" altLang="zh-CN" dirty="0"/>
              <a:t>Persona Profiling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 descr="图表, 散点图&#10;&#10;AI 生成的内容可能不正确。">
            <a:extLst>
              <a:ext uri="{FF2B5EF4-FFF2-40B4-BE49-F238E27FC236}">
                <a16:creationId xmlns:a16="http://schemas.microsoft.com/office/drawing/2014/main" id="{FF2461DF-CA80-86A1-643F-4757A9A97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68" y="2450792"/>
            <a:ext cx="5303571" cy="396441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5B2F63-0F0C-9F7F-B64D-5F9626328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r>
              <a:rPr lang="en" altLang="zh-CN" b="1" dirty="0"/>
              <a:t>1. Categorial Core Shoppers </a:t>
            </a:r>
            <a:r>
              <a:rPr lang="en-US" altLang="zh-CN" b="1" dirty="0"/>
              <a:t>/ </a:t>
            </a:r>
            <a:r>
              <a:rPr lang="en" altLang="zh-CN" b="1" dirty="0"/>
              <a:t>Category Deep Divers</a:t>
            </a:r>
            <a:r>
              <a:rPr lang="en-US" altLang="zh-CN" b="1" dirty="0"/>
              <a:t>:</a:t>
            </a:r>
          </a:p>
          <a:p>
            <a:pPr lvl="1"/>
            <a:r>
              <a:rPr lang="en" altLang="zh-CN" dirty="0"/>
              <a:t>product-heavy + high density community</a:t>
            </a:r>
            <a:endParaRPr lang="en-US" altLang="zh-CN" dirty="0"/>
          </a:p>
          <a:p>
            <a:pPr lvl="1"/>
            <a:r>
              <a:rPr lang="en" altLang="zh-CN" dirty="0"/>
              <a:t>Example: </a:t>
            </a:r>
            <a:r>
              <a:rPr lang="en" altLang="zh-CN" u="sng" dirty="0"/>
              <a:t>Community 0</a:t>
            </a:r>
            <a:r>
              <a:rPr lang="en" altLang="zh-CN" dirty="0"/>
              <a:t> (97 nodes)</a:t>
            </a:r>
          </a:p>
          <a:p>
            <a:r>
              <a:rPr lang="en" altLang="zh-CN" dirty="0"/>
              <a:t>large amount of products &amp; few highly active customers</a:t>
            </a:r>
          </a:p>
          <a:p>
            <a:r>
              <a:rPr lang="en" altLang="zh-CN" dirty="0"/>
              <a:t>category-driven cluster</a:t>
            </a:r>
          </a:p>
          <a:p>
            <a:r>
              <a:rPr lang="en" altLang="zh-CN" b="1" dirty="0"/>
              <a:t>user profiling:</a:t>
            </a:r>
          </a:p>
          <a:p>
            <a:pPr lvl="1"/>
            <a:r>
              <a:rPr lang="en" altLang="zh-CN" dirty="0"/>
              <a:t>loyal buyers with highly concentrated interests in specific categories</a:t>
            </a:r>
          </a:p>
          <a:p>
            <a:pPr lvl="1"/>
            <a:r>
              <a:rPr lang="en" altLang="zh-CN" dirty="0"/>
              <a:t>long-term customers, not one-time buyers</a:t>
            </a:r>
          </a:p>
          <a:p>
            <a:pPr lvl="1"/>
            <a:r>
              <a:rPr lang="en" altLang="zh-CN" dirty="0"/>
              <a:t>a small set of highly active customers engage with a large set of closely related products</a:t>
            </a:r>
          </a:p>
          <a:p>
            <a:pPr lvl="1"/>
            <a:r>
              <a:rPr lang="en" altLang="zh-CN" dirty="0"/>
              <a:t>a major product category with strong co-purchase or co-review behavior</a:t>
            </a:r>
          </a:p>
          <a:p>
            <a:endParaRPr lang="en" altLang="zh-CN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6CF793-73BA-B602-6DFF-93E56E007999}"/>
              </a:ext>
            </a:extLst>
          </p:cNvPr>
          <p:cNvSpPr/>
          <p:nvPr/>
        </p:nvSpPr>
        <p:spPr>
          <a:xfrm>
            <a:off x="3256767" y="3133261"/>
            <a:ext cx="2418553" cy="166420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1845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92D79-3594-162D-274A-E1374D650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3B4AE-487E-1B64-BDD3-66CB6997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US" altLang="zh-CN" dirty="0"/>
              <a:t>Analysis:</a:t>
            </a:r>
            <a:br>
              <a:rPr lang="en-US" altLang="zh-CN" dirty="0"/>
            </a:br>
            <a:r>
              <a:rPr lang="en-US" altLang="zh-CN" dirty="0"/>
              <a:t>Persona Profiling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593C1F-A101-7044-03DC-D619896DA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r>
              <a:rPr lang="en-US" altLang="zh-CN" b="1" dirty="0"/>
              <a:t>2</a:t>
            </a:r>
            <a:r>
              <a:rPr lang="en" altLang="zh-CN" b="1" dirty="0"/>
              <a:t>. Fan Clusters</a:t>
            </a:r>
            <a:r>
              <a:rPr lang="zh-CN" altLang="en-US" b="1" dirty="0"/>
              <a:t> </a:t>
            </a:r>
            <a:r>
              <a:rPr lang="en" altLang="zh-CN" b="1" dirty="0"/>
              <a:t>/</a:t>
            </a:r>
            <a:r>
              <a:rPr lang="zh-CN" altLang="en-US" b="1" dirty="0"/>
              <a:t> </a:t>
            </a:r>
            <a:r>
              <a:rPr lang="en" altLang="zh-CN" b="1" dirty="0"/>
              <a:t>Star-product Buyers</a:t>
            </a:r>
            <a:r>
              <a:rPr lang="en-US" altLang="zh-CN" b="1" dirty="0"/>
              <a:t>:</a:t>
            </a:r>
          </a:p>
          <a:p>
            <a:pPr lvl="1"/>
            <a:r>
              <a:rPr lang="en" altLang="zh-CN" dirty="0"/>
              <a:t>customer-heavy + high </a:t>
            </a:r>
            <a:r>
              <a:rPr lang="en" altLang="zh-CN" dirty="0" err="1"/>
              <a:t>avg_degree</a:t>
            </a:r>
            <a:r>
              <a:rPr lang="en" altLang="zh-CN" dirty="0"/>
              <a:t> community</a:t>
            </a:r>
          </a:p>
          <a:p>
            <a:pPr lvl="1"/>
            <a:r>
              <a:rPr lang="en" altLang="zh-CN" dirty="0"/>
              <a:t>Example: </a:t>
            </a:r>
            <a:r>
              <a:rPr lang="en" altLang="zh-CN" u="sng" dirty="0"/>
              <a:t>Community 1</a:t>
            </a:r>
            <a:r>
              <a:rPr lang="en" altLang="zh-CN" dirty="0"/>
              <a:t> (58 nodes)</a:t>
            </a:r>
          </a:p>
          <a:p>
            <a:r>
              <a:rPr lang="en" altLang="zh-CN" dirty="0"/>
              <a:t>high </a:t>
            </a:r>
            <a:r>
              <a:rPr lang="en" altLang="zh-CN" dirty="0" err="1"/>
              <a:t>avg_degree</a:t>
            </a:r>
            <a:r>
              <a:rPr lang="en" altLang="zh-CN" dirty="0"/>
              <a:t>: customers engage intensely, leaving high-quality reviews and browsing on the same groups of products frequently</a:t>
            </a:r>
          </a:p>
          <a:p>
            <a:r>
              <a:rPr lang="en" altLang="zh-CN" dirty="0"/>
              <a:t>strong community-driven behavior, possibly a fandom cluster or viral product segment</a:t>
            </a:r>
          </a:p>
          <a:p>
            <a:r>
              <a:rPr lang="en" altLang="zh-CN" b="1" dirty="0"/>
              <a:t>user profiling:</a:t>
            </a:r>
          </a:p>
          <a:p>
            <a:pPr lvl="1"/>
            <a:r>
              <a:rPr lang="en" altLang="zh-CN" dirty="0"/>
              <a:t>power influencers</a:t>
            </a:r>
          </a:p>
          <a:p>
            <a:pPr lvl="1"/>
            <a:r>
              <a:rPr lang="en" altLang="zh-CN" dirty="0"/>
              <a:t>high-volume trend followers clustered around a few blockbuster products</a:t>
            </a:r>
          </a:p>
          <a:p>
            <a:pPr lvl="1"/>
            <a:r>
              <a:rPr lang="en" altLang="zh-CN" dirty="0"/>
              <a:t>frequently review on popular contents</a:t>
            </a:r>
          </a:p>
          <a:p>
            <a:pPr lvl="1"/>
            <a:r>
              <a:rPr lang="en" altLang="zh-CN" dirty="0"/>
              <a:t>driven by popularity signals rather than category depth</a:t>
            </a:r>
          </a:p>
        </p:txBody>
      </p:sp>
      <p:pic>
        <p:nvPicPr>
          <p:cNvPr id="3" name="图片 2" descr="图表, 散点图&#10;&#10;AI 生成的内容可能不正确。">
            <a:extLst>
              <a:ext uri="{FF2B5EF4-FFF2-40B4-BE49-F238E27FC236}">
                <a16:creationId xmlns:a16="http://schemas.microsoft.com/office/drawing/2014/main" id="{60F2C46C-E358-9E71-9A87-3F2A93FBCF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68" y="2450792"/>
            <a:ext cx="5303571" cy="3964419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91AD3709-D44A-486A-91D9-5AD1CDF4124C}"/>
              </a:ext>
            </a:extLst>
          </p:cNvPr>
          <p:cNvSpPr/>
          <p:nvPr/>
        </p:nvSpPr>
        <p:spPr>
          <a:xfrm>
            <a:off x="739036" y="2642615"/>
            <a:ext cx="1929009" cy="2292639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2441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7BD8FA-1242-35B9-3733-7EFF262E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7B7B8-D19D-5F3C-ED42-905577C7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US" altLang="zh-CN" dirty="0"/>
              <a:t>Analysis:</a:t>
            </a:r>
            <a:br>
              <a:rPr lang="en-US" altLang="zh-CN" dirty="0"/>
            </a:br>
            <a:r>
              <a:rPr lang="en-US" altLang="zh-CN" dirty="0"/>
              <a:t>Persona Profiling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747D8F-CDE6-C40A-BB54-8CB8C1170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r>
              <a:rPr lang="en" altLang="zh-CN" b="1" dirty="0"/>
              <a:t>3. Casual shoppers:</a:t>
            </a:r>
          </a:p>
          <a:p>
            <a:pPr lvl="1"/>
            <a:r>
              <a:rPr lang="en" altLang="zh-CN" dirty="0"/>
              <a:t>mixed balance + low-engagement &amp; low-inner-bonding community</a:t>
            </a:r>
          </a:p>
          <a:p>
            <a:pPr lvl="1"/>
            <a:r>
              <a:rPr lang="en" altLang="zh-CN" dirty="0"/>
              <a:t>Example: </a:t>
            </a:r>
            <a:r>
              <a:rPr lang="en" altLang="zh-CN" u="sng" dirty="0"/>
              <a:t>Community 2</a:t>
            </a:r>
            <a:r>
              <a:rPr lang="en" altLang="zh-CN" dirty="0"/>
              <a:t> (49 nodes)</a:t>
            </a:r>
          </a:p>
          <a:p>
            <a:r>
              <a:rPr lang="en" altLang="zh-CN" dirty="0"/>
              <a:t>balanced ratio of products and customers: users interact with a variety of items that are not strongly related to each other.</a:t>
            </a:r>
          </a:p>
          <a:p>
            <a:r>
              <a:rPr lang="en" altLang="zh-CN" b="1" dirty="0"/>
              <a:t>user profiling:</a:t>
            </a:r>
          </a:p>
          <a:p>
            <a:pPr lvl="1"/>
            <a:r>
              <a:rPr lang="en" altLang="zh-CN" dirty="0"/>
              <a:t>non-specialized, low-commitment browsing behavior</a:t>
            </a:r>
          </a:p>
          <a:p>
            <a:pPr lvl="1"/>
            <a:r>
              <a:rPr lang="en" altLang="zh-CN" dirty="0"/>
              <a:t>general-purpose shoppers who browse across multiple categories</a:t>
            </a:r>
          </a:p>
          <a:p>
            <a:pPr lvl="1"/>
            <a:r>
              <a:rPr lang="en" altLang="zh-CN" dirty="0"/>
              <a:t>customers exploring different types of products</a:t>
            </a:r>
          </a:p>
        </p:txBody>
      </p:sp>
      <p:pic>
        <p:nvPicPr>
          <p:cNvPr id="6" name="图片 5" descr="图表, 散点图&#10;&#10;AI 生成的内容可能不正确。">
            <a:extLst>
              <a:ext uri="{FF2B5EF4-FFF2-40B4-BE49-F238E27FC236}">
                <a16:creationId xmlns:a16="http://schemas.microsoft.com/office/drawing/2014/main" id="{FB5B6C09-927D-BE3D-BD62-34B8BA0C3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68" y="2450792"/>
            <a:ext cx="5303571" cy="3964419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CF5904EB-9334-5D50-C981-815063B581DE}"/>
              </a:ext>
            </a:extLst>
          </p:cNvPr>
          <p:cNvSpPr/>
          <p:nvPr/>
        </p:nvSpPr>
        <p:spPr>
          <a:xfrm>
            <a:off x="2453369" y="4215384"/>
            <a:ext cx="1342017" cy="1521537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9280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DFC3D-A284-747E-230F-DEB20EE5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BB01B-1D53-E15D-79DE-7368EC81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US" altLang="zh-CN"/>
              <a:t>Analysis:</a:t>
            </a:r>
            <a:br>
              <a:rPr lang="en-US" altLang="zh-CN"/>
            </a:br>
            <a:r>
              <a:rPr lang="en-US" altLang="zh-CN"/>
              <a:t>Persona Profiling</a:t>
            </a:r>
            <a:endParaRPr lang="en-US" dirty="0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A07616-1B4C-D839-743D-FBCCB7D3F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r>
              <a:rPr lang="en-US" altLang="zh-CN" b="1" dirty="0"/>
              <a:t>4. </a:t>
            </a:r>
            <a:r>
              <a:rPr lang="en" altLang="zh-CN" b="1" dirty="0"/>
              <a:t>Occasional Buyers / Comparison Shoppers</a:t>
            </a:r>
            <a:endParaRPr lang="en-US" altLang="zh-CN" b="1" dirty="0"/>
          </a:p>
          <a:p>
            <a:pPr lvl="1"/>
            <a:r>
              <a:rPr lang="en" altLang="zh-CN" dirty="0"/>
              <a:t>customer-heavy + low-engagement community</a:t>
            </a:r>
          </a:p>
          <a:p>
            <a:pPr lvl="1"/>
            <a:r>
              <a:rPr lang="en" altLang="zh-CN" dirty="0"/>
              <a:t>Example: </a:t>
            </a:r>
            <a:r>
              <a:rPr lang="en" altLang="zh-CN" u="sng" dirty="0"/>
              <a:t>Community </a:t>
            </a:r>
            <a:r>
              <a:rPr lang="en-US" altLang="zh-CN" u="sng" dirty="0"/>
              <a:t>3</a:t>
            </a:r>
            <a:r>
              <a:rPr lang="en" altLang="zh-CN" dirty="0"/>
              <a:t> (</a:t>
            </a:r>
            <a:r>
              <a:rPr lang="en-US" altLang="zh-CN" dirty="0"/>
              <a:t>4</a:t>
            </a:r>
            <a:r>
              <a:rPr lang="en" altLang="zh-CN" dirty="0"/>
              <a:t>8 nodes)</a:t>
            </a:r>
          </a:p>
          <a:p>
            <a:r>
              <a:rPr lang="en" altLang="zh-CN" dirty="0"/>
              <a:t>low interactions &amp; commitments, but sharing overlapping interests</a:t>
            </a:r>
          </a:p>
          <a:p>
            <a:r>
              <a:rPr lang="en" altLang="zh-CN" b="1" dirty="0"/>
              <a:t>user profiling:</a:t>
            </a:r>
          </a:p>
          <a:p>
            <a:pPr lvl="1">
              <a:lnSpc>
                <a:spcPct val="120000"/>
              </a:lnSpc>
            </a:pPr>
            <a:r>
              <a:rPr lang="en" altLang="zh-CN" sz="1700" dirty="0"/>
              <a:t>new customers entering a specific category for the first time</a:t>
            </a:r>
          </a:p>
          <a:p>
            <a:pPr lvl="1">
              <a:lnSpc>
                <a:spcPct val="120000"/>
              </a:lnSpc>
            </a:pPr>
            <a:r>
              <a:rPr lang="en" altLang="zh-CN" sz="1700" dirty="0"/>
              <a:t>occasional buyers with focused but shallow engagement</a:t>
            </a:r>
          </a:p>
          <a:p>
            <a:pPr lvl="1">
              <a:lnSpc>
                <a:spcPct val="120000"/>
              </a:lnSpc>
            </a:pPr>
            <a:r>
              <a:rPr lang="en" altLang="zh-CN" sz="1700" dirty="0"/>
              <a:t>potentially “one-time demand”</a:t>
            </a:r>
          </a:p>
          <a:p>
            <a:pPr lvl="1">
              <a:lnSpc>
                <a:spcPct val="120000"/>
              </a:lnSpc>
            </a:pPr>
            <a:r>
              <a:rPr lang="en" altLang="zh-CN" sz="1700" dirty="0"/>
              <a:t>customers evaluating a few similar products (substitutes) before making a choice</a:t>
            </a:r>
          </a:p>
          <a:p>
            <a:pPr lvl="1"/>
            <a:endParaRPr lang="en" altLang="zh-CN" dirty="0"/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2567C578-618B-C401-2F2A-0D94EC813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68" y="2450792"/>
            <a:ext cx="5303571" cy="3964419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113FD77A-314C-865E-9716-D5C4D23832EB}"/>
              </a:ext>
            </a:extLst>
          </p:cNvPr>
          <p:cNvSpPr/>
          <p:nvPr/>
        </p:nvSpPr>
        <p:spPr>
          <a:xfrm>
            <a:off x="653831" y="4855413"/>
            <a:ext cx="2039265" cy="668565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6436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E4A66-81EB-C80D-231F-36DC22DDC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DFE6DD-D4E6-CD36-7BB0-EAEE2BCB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US" altLang="zh-CN" dirty="0"/>
              <a:t>Analysis:</a:t>
            </a:r>
            <a:br>
              <a:rPr lang="en-US" altLang="zh-CN" dirty="0"/>
            </a:br>
            <a:r>
              <a:rPr lang="en-US" altLang="zh-CN" dirty="0"/>
              <a:t>Persona Profiling</a:t>
            </a:r>
            <a:endParaRPr lang="en-US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8D7E62-FBE5-17C0-187A-D080B352E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r>
              <a:rPr lang="en-US" altLang="zh-CN" b="1" dirty="0"/>
              <a:t>5</a:t>
            </a:r>
            <a:r>
              <a:rPr lang="en" altLang="zh-CN" b="1" dirty="0"/>
              <a:t>. Browsers</a:t>
            </a:r>
            <a:r>
              <a:rPr lang="zh-CN" altLang="en-US" b="1" dirty="0"/>
              <a:t> </a:t>
            </a:r>
            <a:r>
              <a:rPr lang="en" altLang="zh-CN" b="1" dirty="0"/>
              <a:t>/</a:t>
            </a:r>
            <a:r>
              <a:rPr lang="zh-CN" altLang="en-US" b="1" dirty="0"/>
              <a:t> </a:t>
            </a:r>
            <a:r>
              <a:rPr lang="en" altLang="zh-CN" b="1" dirty="0"/>
              <a:t>Potential Customers</a:t>
            </a:r>
            <a:r>
              <a:rPr lang="en-US" altLang="zh-CN" b="1" dirty="0"/>
              <a:t>:</a:t>
            </a:r>
          </a:p>
          <a:p>
            <a:pPr lvl="1"/>
            <a:r>
              <a:rPr lang="en" altLang="zh-CN" dirty="0"/>
              <a:t>product-heavy + low-density community</a:t>
            </a:r>
          </a:p>
          <a:p>
            <a:pPr lvl="1"/>
            <a:r>
              <a:rPr lang="en" altLang="zh-CN" dirty="0"/>
              <a:t>Example: </a:t>
            </a:r>
            <a:r>
              <a:rPr lang="en" altLang="zh-CN" u="sng" dirty="0"/>
              <a:t>Community 8</a:t>
            </a:r>
            <a:r>
              <a:rPr lang="en" altLang="zh-CN" dirty="0"/>
              <a:t> (26 nodes)</a:t>
            </a:r>
          </a:p>
          <a:p>
            <a:r>
              <a:rPr lang="en" altLang="zh-CN" dirty="0"/>
              <a:t>customers browsing various products with low correlations</a:t>
            </a:r>
          </a:p>
          <a:p>
            <a:r>
              <a:rPr lang="en" altLang="zh-CN" b="1" dirty="0"/>
              <a:t>user profiling:</a:t>
            </a:r>
          </a:p>
          <a:p>
            <a:pPr lvl="1"/>
            <a:r>
              <a:rPr lang="en" altLang="zh-CN" dirty="0"/>
              <a:t>random visitors</a:t>
            </a:r>
          </a:p>
          <a:p>
            <a:pPr lvl="1"/>
            <a:r>
              <a:rPr lang="en" altLang="zh-CN" dirty="0"/>
              <a:t>no specific browsing direction and minor engagement</a:t>
            </a:r>
          </a:p>
          <a:p>
            <a:pPr lvl="1"/>
            <a:r>
              <a:rPr lang="en" altLang="zh-CN" dirty="0"/>
              <a:t>early stage of purchasing initiation</a:t>
            </a:r>
          </a:p>
          <a:p>
            <a:pPr lvl="1"/>
            <a:endParaRPr lang="en" altLang="zh-CN" dirty="0"/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7518181D-CE56-D15D-EE98-D7AB5BA13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68" y="2450792"/>
            <a:ext cx="5303571" cy="3964419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2E348D73-C3E1-0572-48F3-8318A2D68237}"/>
              </a:ext>
            </a:extLst>
          </p:cNvPr>
          <p:cNvSpPr/>
          <p:nvPr/>
        </p:nvSpPr>
        <p:spPr>
          <a:xfrm flipV="1">
            <a:off x="3945699" y="4772413"/>
            <a:ext cx="2083246" cy="1415444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6978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202CC-DB85-01FA-ECF4-083D86DB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E375-8667-9C64-710A-F8BEC704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978408"/>
            <a:ext cx="11146535" cy="1664208"/>
          </a:xfrm>
        </p:spPr>
        <p:txBody>
          <a:bodyPr>
            <a:normAutofit/>
          </a:bodyPr>
          <a:lstStyle/>
          <a:p>
            <a:r>
              <a:rPr lang="en-US" altLang="zh-CN" dirty="0"/>
              <a:t>Business Insights: </a:t>
            </a:r>
            <a:br>
              <a:rPr lang="en-US" altLang="zh-CN" dirty="0"/>
            </a:br>
            <a:r>
              <a:rPr lang="en-US" altLang="zh-CN" dirty="0"/>
              <a:t>Targeted Strategies</a:t>
            </a:r>
            <a:endParaRPr lang="en-US" dirty="0"/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8C64F261-0698-472F-B11B-FED1B49C66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6509281"/>
              </p:ext>
            </p:extLst>
          </p:nvPr>
        </p:nvGraphicFramePr>
        <p:xfrm>
          <a:off x="398697" y="2572512"/>
          <a:ext cx="11391553" cy="348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404">
                  <a:extLst>
                    <a:ext uri="{9D8B030D-6E8A-4147-A177-3AD203B41FA5}">
                      <a16:colId xmlns:a16="http://schemas.microsoft.com/office/drawing/2014/main" val="397936210"/>
                    </a:ext>
                  </a:extLst>
                </a:gridCol>
                <a:gridCol w="2379946">
                  <a:extLst>
                    <a:ext uri="{9D8B030D-6E8A-4147-A177-3AD203B41FA5}">
                      <a16:colId xmlns:a16="http://schemas.microsoft.com/office/drawing/2014/main" val="175947334"/>
                    </a:ext>
                  </a:extLst>
                </a:gridCol>
                <a:gridCol w="2617939">
                  <a:extLst>
                    <a:ext uri="{9D8B030D-6E8A-4147-A177-3AD203B41FA5}">
                      <a16:colId xmlns:a16="http://schemas.microsoft.com/office/drawing/2014/main" val="416990220"/>
                    </a:ext>
                  </a:extLst>
                </a:gridCol>
                <a:gridCol w="1980547">
                  <a:extLst>
                    <a:ext uri="{9D8B030D-6E8A-4147-A177-3AD203B41FA5}">
                      <a16:colId xmlns:a16="http://schemas.microsoft.com/office/drawing/2014/main" val="1173436004"/>
                    </a:ext>
                  </a:extLst>
                </a:gridCol>
                <a:gridCol w="2356717">
                  <a:extLst>
                    <a:ext uri="{9D8B030D-6E8A-4147-A177-3AD203B41FA5}">
                      <a16:colId xmlns:a16="http://schemas.microsoft.com/office/drawing/2014/main" val="2737798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zh-CN" b="1" dirty="0"/>
                        <a:t>Categorial Core Shoppers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Fan clusters / </a:t>
                      </a:r>
                    </a:p>
                    <a:p>
                      <a:r>
                        <a:rPr lang="en-US" altLang="zh-CN" b="1" dirty="0"/>
                        <a:t>Star-product Buyers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Casual shoppers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Occasional Buyers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Browsers / </a:t>
                      </a:r>
                    </a:p>
                    <a:p>
                      <a:r>
                        <a:rPr lang="en-US" altLang="zh-CN" b="1" dirty="0"/>
                        <a:t>Potential Customers</a:t>
                      </a:r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902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Product-heavy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Customer-heavy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Mix-balanced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Customer-heavy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Product Heavy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529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High density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High engagement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Low engagement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Low engagement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Low density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486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In-category deep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effectiveness of personalized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Explorable, wide-coverage entry products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suitable for deep personalization / content-based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206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Cross-sell complementary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Promotion on trending products/boosting viral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Help users to spark interests on a category, not deepen their understanding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 recommendation of diverse products to capture interests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703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15532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estalt">
    <a:dk1>
      <a:srgbClr val="000000"/>
    </a:dk1>
    <a:lt1>
      <a:sysClr val="window" lastClr="FFFFFF"/>
    </a:lt1>
    <a:dk2>
      <a:srgbClr val="262626"/>
    </a:dk2>
    <a:lt2>
      <a:srgbClr val="F7F7F7"/>
    </a:lt2>
    <a:accent1>
      <a:srgbClr val="EBA000"/>
    </a:accent1>
    <a:accent2>
      <a:srgbClr val="00BAC8"/>
    </a:accent2>
    <a:accent3>
      <a:srgbClr val="E64823"/>
    </a:accent3>
    <a:accent4>
      <a:srgbClr val="4D5AFF"/>
    </a:accent4>
    <a:accent5>
      <a:srgbClr val="FE5D21"/>
    </a:accent5>
    <a:accent6>
      <a:srgbClr val="00C777"/>
    </a:accent6>
    <a:hlink>
      <a:srgbClr val="2998E3"/>
    </a:hlink>
    <a:folHlink>
      <a:srgbClr val="93939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1525</TotalTime>
  <Words>933</Words>
  <Application>Microsoft Macintosh PowerPoint</Application>
  <PresentationFormat>宽屏</PresentationFormat>
  <Paragraphs>150</Paragraphs>
  <Slides>13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</vt:lpstr>
      <vt:lpstr>Bierstadt</vt:lpstr>
      <vt:lpstr>Calibri</vt:lpstr>
      <vt:lpstr>Helvetica Neue</vt:lpstr>
      <vt:lpstr>GestaltVTI</vt:lpstr>
      <vt:lpstr>Implementation</vt:lpstr>
      <vt:lpstr>Community Detection: Louvain</vt:lpstr>
      <vt:lpstr>Community Detection: Leiden</vt:lpstr>
      <vt:lpstr>Community Detections: Comparison</vt:lpstr>
      <vt:lpstr>Analysis: Comm. Composition</vt:lpstr>
      <vt:lpstr>Analysis: Comm. Composition</vt:lpstr>
      <vt:lpstr>Analysis: Comm. Composition</vt:lpstr>
      <vt:lpstr>Analysis: Persona Profiling</vt:lpstr>
      <vt:lpstr>Analysis: Persona Profiling</vt:lpstr>
      <vt:lpstr>Analysis: Persona Profiling</vt:lpstr>
      <vt:lpstr>Analysis: Persona Profiling</vt:lpstr>
      <vt:lpstr>Analysis: Persona Profiling</vt:lpstr>
      <vt:lpstr>Business Insights:  Targeted Strategies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#ZHOU XIAOTONG#</cp:lastModifiedBy>
  <cp:revision>21</cp:revision>
  <dcterms:created xsi:type="dcterms:W3CDTF">2025-11-23T02:36:35Z</dcterms:created>
  <dcterms:modified xsi:type="dcterms:W3CDTF">2025-12-10T09:17:46Z</dcterms:modified>
</cp:coreProperties>
</file>